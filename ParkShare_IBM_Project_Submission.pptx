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png" ContentType="image/png"/>
  <Default Extension="jpg" ContentType="image/jp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73099" y="547338"/>
            <a:ext cx="2969895" cy="4521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1">
                <a:solidFill>
                  <a:srgbClr val="092649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1">
                <a:solidFill>
                  <a:srgbClr val="092649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667386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/>
              <a:t>ParkShare •</a:t>
            </a:r>
            <a:r>
              <a:rPr dirty="0" spc="495"/>
              <a:t> </a:t>
            </a:r>
            <a:r>
              <a:rPr dirty="0"/>
              <a:t>IBM University </a:t>
            </a:r>
            <a:r>
              <a:rPr dirty="0" spc="-10"/>
              <a:t>Engagement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00" b="1" i="1">
                <a:solidFill>
                  <a:srgbClr val="667386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1">
                <a:solidFill>
                  <a:srgbClr val="092649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1" i="1">
                <a:solidFill>
                  <a:srgbClr val="092649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667386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/>
              <a:t>ParkShare •</a:t>
            </a:r>
            <a:r>
              <a:rPr dirty="0" spc="495"/>
              <a:t> </a:t>
            </a:r>
            <a:r>
              <a:rPr dirty="0"/>
              <a:t>IBM University </a:t>
            </a:r>
            <a:r>
              <a:rPr dirty="0" spc="-10"/>
              <a:t>Engagement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00" b="1" i="1">
                <a:solidFill>
                  <a:srgbClr val="667386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1">
                <a:solidFill>
                  <a:srgbClr val="092649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667386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/>
              <a:t>ParkShare •</a:t>
            </a:r>
            <a:r>
              <a:rPr dirty="0" spc="495"/>
              <a:t> </a:t>
            </a:r>
            <a:r>
              <a:rPr dirty="0"/>
              <a:t>IBM University </a:t>
            </a:r>
            <a:r>
              <a:rPr dirty="0" spc="-10"/>
              <a:t>Engagement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00" b="1" i="1">
                <a:solidFill>
                  <a:srgbClr val="667386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1">
                <a:solidFill>
                  <a:srgbClr val="092649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667386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/>
              <a:t>ParkShare •</a:t>
            </a:r>
            <a:r>
              <a:rPr dirty="0" spc="495"/>
              <a:t> </a:t>
            </a:r>
            <a:r>
              <a:rPr dirty="0"/>
              <a:t>IBM University </a:t>
            </a:r>
            <a:r>
              <a:rPr dirty="0" spc="-10"/>
              <a:t>Engagement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00" b="1" i="1">
                <a:solidFill>
                  <a:srgbClr val="667386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667386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/>
              <a:t>ParkShare •</a:t>
            </a:r>
            <a:r>
              <a:rPr dirty="0" spc="495"/>
              <a:t> </a:t>
            </a:r>
            <a:r>
              <a:rPr dirty="0"/>
              <a:t>IBM University </a:t>
            </a:r>
            <a:r>
              <a:rPr dirty="0" spc="-10"/>
              <a:t>Engagement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00" b="1" i="1">
                <a:solidFill>
                  <a:srgbClr val="667386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89689" y="399186"/>
            <a:ext cx="5799680" cy="6552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1">
                <a:solidFill>
                  <a:srgbClr val="092649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441935" y="1824033"/>
            <a:ext cx="5399405" cy="19100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1">
                <a:solidFill>
                  <a:srgbClr val="092649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73099" y="6599590"/>
            <a:ext cx="2149475" cy="153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667386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/>
              <a:t>ParkShare •</a:t>
            </a:r>
            <a:r>
              <a:rPr dirty="0" spc="495"/>
              <a:t> </a:t>
            </a:r>
            <a:r>
              <a:rPr dirty="0"/>
              <a:t>IBM University </a:t>
            </a:r>
            <a:r>
              <a:rPr dirty="0" spc="-10"/>
              <a:t>Engagement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1265120" y="6575129"/>
            <a:ext cx="216534" cy="153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1" i="1">
                <a:solidFill>
                  <a:srgbClr val="667386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hyperlink" Target="mailto:annamneedisatyanarayana1114@gmail.com" TargetMode="Externa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jp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github.com/satya-1114/ParkShare" TargetMode="Externa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algn="ctr" marL="12700" marR="5080">
              <a:lnSpc>
                <a:spcPct val="116100"/>
              </a:lnSpc>
              <a:spcBef>
                <a:spcPts val="45"/>
              </a:spcBef>
            </a:pPr>
            <a:r>
              <a:rPr dirty="0"/>
              <a:t>IBM</a:t>
            </a:r>
            <a:r>
              <a:rPr dirty="0" spc="-60"/>
              <a:t> </a:t>
            </a:r>
            <a:r>
              <a:rPr dirty="0"/>
              <a:t>University</a:t>
            </a:r>
            <a:r>
              <a:rPr dirty="0" spc="-55"/>
              <a:t> </a:t>
            </a:r>
            <a:r>
              <a:rPr dirty="0" spc="-10"/>
              <a:t>Engagement </a:t>
            </a:r>
            <a:r>
              <a:rPr dirty="0" sz="3600">
                <a:solidFill>
                  <a:srgbClr val="161D29"/>
                </a:solidFill>
              </a:rPr>
              <a:t>Project</a:t>
            </a:r>
            <a:r>
              <a:rPr dirty="0" sz="3600" spc="-30">
                <a:solidFill>
                  <a:srgbClr val="161D29"/>
                </a:solidFill>
              </a:rPr>
              <a:t> </a:t>
            </a:r>
            <a:r>
              <a:rPr dirty="0" sz="3600" spc="-10">
                <a:solidFill>
                  <a:srgbClr val="161D29"/>
                </a:solidFill>
              </a:rPr>
              <a:t>Submission </a:t>
            </a:r>
            <a:r>
              <a:rPr dirty="0" sz="4000" spc="-10">
                <a:solidFill>
                  <a:srgbClr val="0E61FE"/>
                </a:solidFill>
              </a:rPr>
              <a:t>PARKSHARE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3077752" y="3744099"/>
            <a:ext cx="6127750" cy="744220"/>
          </a:xfrm>
          <a:prstGeom prst="rect">
            <a:avLst/>
          </a:prstGeom>
        </p:spPr>
        <p:txBody>
          <a:bodyPr wrap="square" lIns="0" tIns="7239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570"/>
              </a:spcBef>
            </a:pPr>
            <a:r>
              <a:rPr dirty="0" sz="2200" spc="-10">
                <a:solidFill>
                  <a:srgbClr val="092649"/>
                </a:solidFill>
                <a:latin typeface="Arial MT"/>
                <a:cs typeface="Arial MT"/>
              </a:rPr>
              <a:t>AI-</a:t>
            </a:r>
            <a:r>
              <a:rPr dirty="0" sz="2200">
                <a:solidFill>
                  <a:srgbClr val="092649"/>
                </a:solidFill>
                <a:latin typeface="Arial MT"/>
                <a:cs typeface="Arial MT"/>
              </a:rPr>
              <a:t>Powered</a:t>
            </a:r>
            <a:r>
              <a:rPr dirty="0" sz="2200" spc="-55">
                <a:solidFill>
                  <a:srgbClr val="092649"/>
                </a:solidFill>
                <a:latin typeface="Arial MT"/>
                <a:cs typeface="Arial MT"/>
              </a:rPr>
              <a:t> </a:t>
            </a:r>
            <a:r>
              <a:rPr dirty="0" sz="2200" spc="-20">
                <a:solidFill>
                  <a:srgbClr val="092649"/>
                </a:solidFill>
                <a:latin typeface="Arial MT"/>
                <a:cs typeface="Arial MT"/>
              </a:rPr>
              <a:t>Peer-to-</a:t>
            </a:r>
            <a:r>
              <a:rPr dirty="0" sz="2200">
                <a:solidFill>
                  <a:srgbClr val="092649"/>
                </a:solidFill>
                <a:latin typeface="Arial MT"/>
                <a:cs typeface="Arial MT"/>
              </a:rPr>
              <a:t>Peer</a:t>
            </a:r>
            <a:r>
              <a:rPr dirty="0" sz="2200" spc="-40">
                <a:solidFill>
                  <a:srgbClr val="092649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092649"/>
                </a:solidFill>
                <a:latin typeface="Arial MT"/>
                <a:cs typeface="Arial MT"/>
              </a:rPr>
              <a:t>Smart</a:t>
            </a:r>
            <a:r>
              <a:rPr dirty="0" sz="2200" spc="-40">
                <a:solidFill>
                  <a:srgbClr val="092649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092649"/>
                </a:solidFill>
                <a:latin typeface="Arial MT"/>
                <a:cs typeface="Arial MT"/>
              </a:rPr>
              <a:t>Parking</a:t>
            </a:r>
            <a:r>
              <a:rPr dirty="0" sz="2200" spc="-40">
                <a:solidFill>
                  <a:srgbClr val="092649"/>
                </a:solidFill>
                <a:latin typeface="Arial MT"/>
                <a:cs typeface="Arial MT"/>
              </a:rPr>
              <a:t> </a:t>
            </a:r>
            <a:r>
              <a:rPr dirty="0" sz="2200" spc="-10">
                <a:solidFill>
                  <a:srgbClr val="092649"/>
                </a:solidFill>
                <a:latin typeface="Arial MT"/>
                <a:cs typeface="Arial MT"/>
              </a:rPr>
              <a:t>Platform</a:t>
            </a:r>
            <a:endParaRPr sz="22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385"/>
              </a:spcBef>
            </a:pPr>
            <a:r>
              <a:rPr dirty="0" sz="1800" b="1" i="1">
                <a:solidFill>
                  <a:srgbClr val="667386"/>
                </a:solidFill>
                <a:latin typeface="Arial"/>
                <a:cs typeface="Arial"/>
              </a:rPr>
              <a:t>Exploring</a:t>
            </a:r>
            <a:r>
              <a:rPr dirty="0" sz="1800" spc="-10" b="1" i="1">
                <a:solidFill>
                  <a:srgbClr val="667386"/>
                </a:solidFill>
                <a:latin typeface="Arial"/>
                <a:cs typeface="Arial"/>
              </a:rPr>
              <a:t> </a:t>
            </a:r>
            <a:r>
              <a:rPr dirty="0" sz="1800" b="1" i="1">
                <a:solidFill>
                  <a:srgbClr val="667386"/>
                </a:solidFill>
                <a:latin typeface="Arial"/>
                <a:cs typeface="Arial"/>
              </a:rPr>
              <a:t>Agentic</a:t>
            </a:r>
            <a:r>
              <a:rPr dirty="0" sz="1800" spc="-10" b="1" i="1">
                <a:solidFill>
                  <a:srgbClr val="667386"/>
                </a:solidFill>
                <a:latin typeface="Arial"/>
                <a:cs typeface="Arial"/>
              </a:rPr>
              <a:t> </a:t>
            </a:r>
            <a:r>
              <a:rPr dirty="0" sz="1800" b="1" i="1">
                <a:solidFill>
                  <a:srgbClr val="667386"/>
                </a:solidFill>
                <a:latin typeface="Arial"/>
                <a:cs typeface="Arial"/>
              </a:rPr>
              <a:t>AI</a:t>
            </a:r>
            <a:r>
              <a:rPr dirty="0" sz="1800" spc="-10" b="1" i="1">
                <a:solidFill>
                  <a:srgbClr val="667386"/>
                </a:solidFill>
                <a:latin typeface="Arial"/>
                <a:cs typeface="Arial"/>
              </a:rPr>
              <a:t> </a:t>
            </a:r>
            <a:r>
              <a:rPr dirty="0" sz="1800" b="1" i="1">
                <a:solidFill>
                  <a:srgbClr val="667386"/>
                </a:solidFill>
                <a:latin typeface="Arial"/>
                <a:cs typeface="Arial"/>
              </a:rPr>
              <a:t>with</a:t>
            </a:r>
            <a:r>
              <a:rPr dirty="0" sz="1800" spc="-10" b="1" i="1">
                <a:solidFill>
                  <a:srgbClr val="667386"/>
                </a:solidFill>
                <a:latin typeface="Arial"/>
                <a:cs typeface="Arial"/>
              </a:rPr>
              <a:t> </a:t>
            </a:r>
            <a:r>
              <a:rPr dirty="0" sz="1800" b="1" i="1">
                <a:solidFill>
                  <a:srgbClr val="667386"/>
                </a:solidFill>
                <a:latin typeface="Arial"/>
                <a:cs typeface="Arial"/>
              </a:rPr>
              <a:t>IBM</a:t>
            </a:r>
            <a:r>
              <a:rPr dirty="0" sz="1800" spc="-10" b="1" i="1">
                <a:solidFill>
                  <a:srgbClr val="667386"/>
                </a:solidFill>
                <a:latin typeface="Arial"/>
                <a:cs typeface="Arial"/>
              </a:rPr>
              <a:t> </a:t>
            </a:r>
            <a:r>
              <a:rPr dirty="0" sz="1800" b="1" i="1">
                <a:solidFill>
                  <a:srgbClr val="667386"/>
                </a:solidFill>
                <a:latin typeface="Arial"/>
                <a:cs typeface="Arial"/>
              </a:rPr>
              <a:t>watsonx.ai</a:t>
            </a:r>
            <a:r>
              <a:rPr dirty="0" sz="1800" spc="-10" b="1" i="1">
                <a:solidFill>
                  <a:srgbClr val="667386"/>
                </a:solidFill>
                <a:latin typeface="Arial"/>
                <a:cs typeface="Arial"/>
              </a:rPr>
              <a:t> </a:t>
            </a:r>
            <a:r>
              <a:rPr dirty="0" sz="1800" b="1" i="1">
                <a:solidFill>
                  <a:srgbClr val="667386"/>
                </a:solidFill>
                <a:latin typeface="Arial"/>
                <a:cs typeface="Arial"/>
              </a:rPr>
              <a:t>and</a:t>
            </a:r>
            <a:r>
              <a:rPr dirty="0" sz="1800" spc="-10" b="1" i="1">
                <a:solidFill>
                  <a:srgbClr val="667386"/>
                </a:solidFill>
                <a:latin typeface="Arial"/>
                <a:cs typeface="Arial"/>
              </a:rPr>
              <a:t> Granite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xfrm>
            <a:off x="1327673" y="1008596"/>
            <a:ext cx="869188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i="0">
                <a:solidFill>
                  <a:srgbClr val="000000"/>
                </a:solidFill>
                <a:latin typeface="Times New Roman"/>
                <a:cs typeface="Times New Roman"/>
              </a:rPr>
              <a:t>Project</a:t>
            </a:r>
            <a:r>
              <a:rPr dirty="0" sz="2400" spc="-15" i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400" i="0">
                <a:solidFill>
                  <a:srgbClr val="000000"/>
                </a:solidFill>
                <a:latin typeface="Times New Roman"/>
                <a:cs typeface="Times New Roman"/>
              </a:rPr>
              <a:t>Tile</a:t>
            </a:r>
            <a:r>
              <a:rPr dirty="0" sz="2400" spc="-15" i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400" i="0">
                <a:solidFill>
                  <a:srgbClr val="000000"/>
                </a:solidFill>
                <a:latin typeface="Times New Roman"/>
                <a:cs typeface="Times New Roman"/>
              </a:rPr>
              <a:t>–</a:t>
            </a:r>
            <a:r>
              <a:rPr dirty="0" sz="2400" spc="-15" i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400" spc="-20" i="0">
                <a:solidFill>
                  <a:srgbClr val="000000"/>
                </a:solidFill>
                <a:latin typeface="Times New Roman"/>
                <a:cs typeface="Times New Roman"/>
              </a:rPr>
              <a:t>[AI-</a:t>
            </a:r>
            <a:r>
              <a:rPr dirty="0" sz="2400" i="0">
                <a:solidFill>
                  <a:srgbClr val="000000"/>
                </a:solidFill>
                <a:latin typeface="Times New Roman"/>
                <a:cs typeface="Times New Roman"/>
              </a:rPr>
              <a:t>Powered</a:t>
            </a:r>
            <a:r>
              <a:rPr dirty="0" sz="2400" spc="-15" i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400" i="0">
                <a:solidFill>
                  <a:srgbClr val="000000"/>
                </a:solidFill>
                <a:latin typeface="Times New Roman"/>
                <a:cs typeface="Times New Roman"/>
              </a:rPr>
              <a:t>Peer-to-Peer</a:t>
            </a:r>
            <a:r>
              <a:rPr dirty="0" sz="2400" spc="-15" i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400" i="0">
                <a:solidFill>
                  <a:srgbClr val="000000"/>
                </a:solidFill>
                <a:latin typeface="Times New Roman"/>
                <a:cs typeface="Times New Roman"/>
              </a:rPr>
              <a:t>Smart</a:t>
            </a:r>
            <a:r>
              <a:rPr dirty="0" sz="2400" spc="-15" i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400" i="0">
                <a:solidFill>
                  <a:srgbClr val="000000"/>
                </a:solidFill>
                <a:latin typeface="Times New Roman"/>
                <a:cs typeface="Times New Roman"/>
              </a:rPr>
              <a:t>Parking</a:t>
            </a:r>
            <a:r>
              <a:rPr dirty="0" sz="2400" spc="-15" i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400" i="0">
                <a:solidFill>
                  <a:srgbClr val="000000"/>
                </a:solidFill>
                <a:latin typeface="Times New Roman"/>
                <a:cs typeface="Times New Roman"/>
              </a:rPr>
              <a:t>Platform</a:t>
            </a:r>
            <a:r>
              <a:rPr dirty="0" sz="2400" spc="-15" i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400" spc="-50" i="0">
                <a:solidFill>
                  <a:srgbClr val="000000"/>
                </a:solidFill>
                <a:latin typeface="Times New Roman"/>
                <a:cs typeface="Times New Roman"/>
              </a:rPr>
              <a:t>]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27673" y="1752053"/>
            <a:ext cx="544512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Arial"/>
                <a:cs typeface="Arial"/>
              </a:rPr>
              <a:t>Domain</a:t>
            </a:r>
            <a:r>
              <a:rPr dirty="0" sz="2400" spc="-25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of</a:t>
            </a:r>
            <a:r>
              <a:rPr dirty="0" sz="2400" spc="-25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Project</a:t>
            </a:r>
            <a:r>
              <a:rPr dirty="0" sz="2400" spc="-25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–</a:t>
            </a:r>
            <a:r>
              <a:rPr dirty="0" sz="2400" spc="-25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[</a:t>
            </a:r>
            <a:r>
              <a:rPr dirty="0" sz="2400" spc="-25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Smart</a:t>
            </a:r>
            <a:r>
              <a:rPr dirty="0" sz="2400" spc="-25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Mobility</a:t>
            </a:r>
            <a:r>
              <a:rPr dirty="0" sz="2400" spc="-25" b="1">
                <a:latin typeface="Arial"/>
                <a:cs typeface="Arial"/>
              </a:rPr>
              <a:t> </a:t>
            </a:r>
            <a:r>
              <a:rPr dirty="0" sz="2400" spc="-50" b="1">
                <a:latin typeface="Arial"/>
                <a:cs typeface="Arial"/>
              </a:rPr>
              <a:t>]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2" name="object 2"/>
          <p:cNvGrpSpPr/>
          <p:nvPr/>
        </p:nvGrpSpPr>
        <p:grpSpPr>
          <a:xfrm>
            <a:off x="0" y="2524861"/>
            <a:ext cx="12106275" cy="2552700"/>
            <a:chOff x="0" y="2524861"/>
            <a:chExt cx="12106275" cy="25527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524861"/>
              <a:ext cx="12106274" cy="25526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53020" y="3803438"/>
              <a:ext cx="842905" cy="1040461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1171848" y="2965958"/>
            <a:ext cx="148717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 MT"/>
                <a:cs typeface="Arial MT"/>
              </a:rPr>
              <a:t>Student </a:t>
            </a:r>
            <a:r>
              <a:rPr dirty="0" sz="1800" spc="-20">
                <a:latin typeface="Arial MT"/>
                <a:cs typeface="Arial MT"/>
              </a:rPr>
              <a:t>Name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728148" y="2808081"/>
            <a:ext cx="171577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58800" marR="5080" indent="-546735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 MT"/>
                <a:cs typeface="Arial MT"/>
              </a:rPr>
              <a:t>Recent </a:t>
            </a:r>
            <a:r>
              <a:rPr dirty="0" sz="1800" spc="-10">
                <a:latin typeface="Arial MT"/>
                <a:cs typeface="Arial MT"/>
              </a:rPr>
              <a:t>Passport Photo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584628" y="2945241"/>
            <a:ext cx="8896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 MT"/>
                <a:cs typeface="Arial MT"/>
              </a:rPr>
              <a:t>Email </a:t>
            </a:r>
            <a:r>
              <a:rPr dirty="0" sz="1800" spc="-25">
                <a:latin typeface="Arial MT"/>
                <a:cs typeface="Arial MT"/>
              </a:rPr>
              <a:t>ID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703856" y="2808081"/>
            <a:ext cx="153797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77800" marR="5080" indent="-165735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 MT"/>
                <a:cs typeface="Arial MT"/>
              </a:rPr>
              <a:t>Mobile </a:t>
            </a:r>
            <a:r>
              <a:rPr dirty="0" sz="1800" spc="-10">
                <a:latin typeface="Arial MT"/>
                <a:cs typeface="Arial MT"/>
              </a:rPr>
              <a:t>number [WhatsApp]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90430" y="4105933"/>
            <a:ext cx="2221230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10" b="1">
                <a:latin typeface="Arial"/>
                <a:cs typeface="Arial"/>
              </a:rPr>
              <a:t>Satyanarayana</a:t>
            </a:r>
            <a:r>
              <a:rPr dirty="0" sz="1300" spc="-55" b="1">
                <a:latin typeface="Arial"/>
                <a:cs typeface="Arial"/>
              </a:rPr>
              <a:t> </a:t>
            </a:r>
            <a:r>
              <a:rPr dirty="0" sz="1300" spc="-10" b="1">
                <a:latin typeface="Arial"/>
                <a:cs typeface="Arial"/>
              </a:rPr>
              <a:t>Annamneedi</a:t>
            </a:r>
            <a:endParaRPr sz="13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735431" y="4149736"/>
            <a:ext cx="266890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 b="1">
                <a:latin typeface="Arial"/>
                <a:cs typeface="Arial"/>
                <a:hlinkClick r:id="rId4"/>
              </a:rPr>
              <a:t>annamneedisatyanarayana1114@gmail.com</a:t>
            </a:r>
            <a:endParaRPr sz="10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009117" y="4117974"/>
            <a:ext cx="1014094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latin typeface="Arial MT"/>
                <a:cs typeface="Arial MT"/>
              </a:rPr>
              <a:t>9515696563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 17" descr="$PPTXTitle"/>
          <p:cNvSpPr txBox="1">
            <a:spLocks noGrp="1"/>
          </p:cNvSpPr>
          <p:nvPr>
            <p:ph type="title"/>
          </p:nvPr>
        </p:nvSpPr>
        <p:spPr>
          <a:xfrm>
            <a:off x="673099" y="547338"/>
            <a:ext cx="3265804" cy="4521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Problem</a:t>
            </a:r>
            <a:r>
              <a:rPr dirty="0" spc="-75"/>
              <a:t> </a:t>
            </a:r>
            <a:r>
              <a:rPr dirty="0" spc="-10"/>
              <a:t>Statement</a:t>
            </a:r>
          </a:p>
        </p:txBody>
      </p:sp>
      <p:grpSp>
        <p:nvGrpSpPr>
          <p:cNvPr id="2" name="object 2"/>
          <p:cNvGrpSpPr/>
          <p:nvPr/>
        </p:nvGrpSpPr>
        <p:grpSpPr>
          <a:xfrm>
            <a:off x="635314" y="1016828"/>
            <a:ext cx="1005840" cy="78105"/>
            <a:chOff x="635314" y="1016828"/>
            <a:chExt cx="1005840" cy="78105"/>
          </a:xfrm>
        </p:grpSpPr>
        <p:sp>
          <p:nvSpPr>
            <p:cNvPr id="3" name="object 3"/>
            <p:cNvSpPr/>
            <p:nvPr/>
          </p:nvSpPr>
          <p:spPr>
            <a:xfrm>
              <a:off x="635314" y="1071692"/>
              <a:ext cx="1005840" cy="23495"/>
            </a:xfrm>
            <a:custGeom>
              <a:avLst/>
              <a:gdLst/>
              <a:ahLst/>
              <a:cxnLst/>
              <a:rect l="l" t="t" r="r" b="b"/>
              <a:pathLst>
                <a:path w="1005839" h="23494">
                  <a:moveTo>
                    <a:pt x="0" y="22986"/>
                  </a:moveTo>
                  <a:lnTo>
                    <a:pt x="1005837" y="22986"/>
                  </a:lnTo>
                  <a:lnTo>
                    <a:pt x="1005837" y="0"/>
                  </a:lnTo>
                  <a:lnTo>
                    <a:pt x="0" y="0"/>
                  </a:lnTo>
                  <a:lnTo>
                    <a:pt x="0" y="22986"/>
                  </a:lnTo>
                  <a:close/>
                </a:path>
              </a:pathLst>
            </a:custGeom>
            <a:solidFill>
              <a:srgbClr val="000000">
                <a:alpha val="348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635314" y="1016828"/>
              <a:ext cx="1005840" cy="55244"/>
            </a:xfrm>
            <a:custGeom>
              <a:avLst/>
              <a:gdLst/>
              <a:ahLst/>
              <a:cxnLst/>
              <a:rect l="l" t="t" r="r" b="b"/>
              <a:pathLst>
                <a:path w="1005839" h="55244">
                  <a:moveTo>
                    <a:pt x="1005837" y="54863"/>
                  </a:moveTo>
                  <a:lnTo>
                    <a:pt x="0" y="54863"/>
                  </a:lnTo>
                  <a:lnTo>
                    <a:pt x="0" y="0"/>
                  </a:lnTo>
                  <a:lnTo>
                    <a:pt x="1005837" y="0"/>
                  </a:lnTo>
                  <a:lnTo>
                    <a:pt x="1005837" y="54863"/>
                  </a:lnTo>
                  <a:close/>
                </a:path>
              </a:pathLst>
            </a:custGeom>
            <a:solidFill>
              <a:srgbClr val="0E61F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1928547" y="952331"/>
            <a:ext cx="350520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solidFill>
                  <a:srgbClr val="667386"/>
                </a:solidFill>
                <a:latin typeface="Arial MT"/>
                <a:cs typeface="Arial MT"/>
              </a:rPr>
              <a:t>The</a:t>
            </a:r>
            <a:r>
              <a:rPr dirty="0" sz="1000" spc="-10">
                <a:solidFill>
                  <a:srgbClr val="667386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667386"/>
                </a:solidFill>
                <a:latin typeface="Arial MT"/>
                <a:cs typeface="Arial MT"/>
              </a:rPr>
              <a:t>parking</a:t>
            </a:r>
            <a:r>
              <a:rPr dirty="0" sz="1000" spc="-10">
                <a:solidFill>
                  <a:srgbClr val="667386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667386"/>
                </a:solidFill>
                <a:latin typeface="Arial MT"/>
                <a:cs typeface="Arial MT"/>
              </a:rPr>
              <a:t>problem</a:t>
            </a:r>
            <a:r>
              <a:rPr dirty="0" sz="1000" spc="-5">
                <a:solidFill>
                  <a:srgbClr val="667386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667386"/>
                </a:solidFill>
                <a:latin typeface="Arial MT"/>
                <a:cs typeface="Arial MT"/>
              </a:rPr>
              <a:t>is</a:t>
            </a:r>
            <a:r>
              <a:rPr dirty="0" sz="1000" spc="-10">
                <a:solidFill>
                  <a:srgbClr val="667386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667386"/>
                </a:solidFill>
                <a:latin typeface="Arial MT"/>
                <a:cs typeface="Arial MT"/>
              </a:rPr>
              <a:t>also</a:t>
            </a:r>
            <a:r>
              <a:rPr dirty="0" sz="1000" spc="-5">
                <a:solidFill>
                  <a:srgbClr val="667386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667386"/>
                </a:solidFill>
                <a:latin typeface="Arial MT"/>
                <a:cs typeface="Arial MT"/>
              </a:rPr>
              <a:t>a</a:t>
            </a:r>
            <a:r>
              <a:rPr dirty="0" sz="1000" spc="-10">
                <a:solidFill>
                  <a:srgbClr val="667386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667386"/>
                </a:solidFill>
                <a:latin typeface="Arial MT"/>
                <a:cs typeface="Arial MT"/>
              </a:rPr>
              <a:t>visibility</a:t>
            </a:r>
            <a:r>
              <a:rPr dirty="0" sz="1000" spc="-5">
                <a:solidFill>
                  <a:srgbClr val="667386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667386"/>
                </a:solidFill>
                <a:latin typeface="Arial MT"/>
                <a:cs typeface="Arial MT"/>
              </a:rPr>
              <a:t>and</a:t>
            </a:r>
            <a:r>
              <a:rPr dirty="0" sz="1000" spc="-10">
                <a:solidFill>
                  <a:srgbClr val="667386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667386"/>
                </a:solidFill>
                <a:latin typeface="Arial MT"/>
                <a:cs typeface="Arial MT"/>
              </a:rPr>
              <a:t>utilization</a:t>
            </a:r>
            <a:r>
              <a:rPr dirty="0" sz="1000" spc="-5">
                <a:solidFill>
                  <a:srgbClr val="667386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667386"/>
                </a:solidFill>
                <a:latin typeface="Arial MT"/>
                <a:cs typeface="Arial MT"/>
              </a:rPr>
              <a:t>problem.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35314" y="1257106"/>
            <a:ext cx="5405120" cy="1907539"/>
            <a:chOff x="635314" y="1257106"/>
            <a:chExt cx="5405120" cy="1907539"/>
          </a:xfrm>
        </p:grpSpPr>
        <p:sp>
          <p:nvSpPr>
            <p:cNvPr id="6" name="object 6"/>
            <p:cNvSpPr/>
            <p:nvPr/>
          </p:nvSpPr>
          <p:spPr>
            <a:xfrm>
              <a:off x="635314" y="1280093"/>
              <a:ext cx="5405120" cy="1884680"/>
            </a:xfrm>
            <a:custGeom>
              <a:avLst/>
              <a:gdLst/>
              <a:ahLst/>
              <a:cxnLst/>
              <a:rect l="l" t="t" r="r" b="b"/>
              <a:pathLst>
                <a:path w="5405120" h="1884680">
                  <a:moveTo>
                    <a:pt x="5090538" y="1884171"/>
                  </a:moveTo>
                  <a:lnTo>
                    <a:pt x="314070" y="1884171"/>
                  </a:lnTo>
                  <a:lnTo>
                    <a:pt x="268038" y="1880738"/>
                  </a:lnTo>
                  <a:lnTo>
                    <a:pt x="223976" y="1870773"/>
                  </a:lnTo>
                  <a:lnTo>
                    <a:pt x="182292" y="1854779"/>
                  </a:lnTo>
                  <a:lnTo>
                    <a:pt x="143650" y="1833258"/>
                  </a:lnTo>
                  <a:lnTo>
                    <a:pt x="108538" y="1806714"/>
                  </a:lnTo>
                  <a:lnTo>
                    <a:pt x="77457" y="1775649"/>
                  </a:lnTo>
                  <a:lnTo>
                    <a:pt x="50905" y="1740566"/>
                  </a:lnTo>
                  <a:lnTo>
                    <a:pt x="29383" y="1701966"/>
                  </a:lnTo>
                  <a:lnTo>
                    <a:pt x="13392" y="1660354"/>
                  </a:lnTo>
                  <a:lnTo>
                    <a:pt x="3431" y="1616231"/>
                  </a:lnTo>
                  <a:lnTo>
                    <a:pt x="0" y="1570101"/>
                  </a:lnTo>
                  <a:lnTo>
                    <a:pt x="0" y="314071"/>
                  </a:lnTo>
                  <a:lnTo>
                    <a:pt x="3430" y="267911"/>
                  </a:lnTo>
                  <a:lnTo>
                    <a:pt x="13388" y="223771"/>
                  </a:lnTo>
                  <a:lnTo>
                    <a:pt x="29371" y="182150"/>
                  </a:lnTo>
                  <a:lnTo>
                    <a:pt x="50880" y="143549"/>
                  </a:lnTo>
                  <a:lnTo>
                    <a:pt x="77414" y="108470"/>
                  </a:lnTo>
                  <a:lnTo>
                    <a:pt x="108470" y="77414"/>
                  </a:lnTo>
                  <a:lnTo>
                    <a:pt x="143549" y="50880"/>
                  </a:lnTo>
                  <a:lnTo>
                    <a:pt x="182150" y="29371"/>
                  </a:lnTo>
                  <a:lnTo>
                    <a:pt x="223771" y="13388"/>
                  </a:lnTo>
                  <a:lnTo>
                    <a:pt x="267911" y="3430"/>
                  </a:lnTo>
                  <a:lnTo>
                    <a:pt x="314070" y="0"/>
                  </a:lnTo>
                  <a:lnTo>
                    <a:pt x="5090538" y="0"/>
                  </a:lnTo>
                  <a:lnTo>
                    <a:pt x="5136669" y="3430"/>
                  </a:lnTo>
                  <a:lnTo>
                    <a:pt x="5180792" y="13388"/>
                  </a:lnTo>
                  <a:lnTo>
                    <a:pt x="5222404" y="29371"/>
                  </a:lnTo>
                  <a:lnTo>
                    <a:pt x="5261003" y="50880"/>
                  </a:lnTo>
                  <a:lnTo>
                    <a:pt x="5296087" y="77414"/>
                  </a:lnTo>
                  <a:lnTo>
                    <a:pt x="5327152" y="108470"/>
                  </a:lnTo>
                  <a:lnTo>
                    <a:pt x="5353696" y="143549"/>
                  </a:lnTo>
                  <a:lnTo>
                    <a:pt x="5375216" y="182150"/>
                  </a:lnTo>
                  <a:lnTo>
                    <a:pt x="5391210" y="223771"/>
                  </a:lnTo>
                  <a:lnTo>
                    <a:pt x="5401175" y="267911"/>
                  </a:lnTo>
                  <a:lnTo>
                    <a:pt x="5404609" y="314071"/>
                  </a:lnTo>
                  <a:lnTo>
                    <a:pt x="5404609" y="1570101"/>
                  </a:lnTo>
                  <a:lnTo>
                    <a:pt x="5401178" y="1616231"/>
                  </a:lnTo>
                  <a:lnTo>
                    <a:pt x="5391221" y="1660354"/>
                  </a:lnTo>
                  <a:lnTo>
                    <a:pt x="5375237" y="1701966"/>
                  </a:lnTo>
                  <a:lnTo>
                    <a:pt x="5353728" y="1740566"/>
                  </a:lnTo>
                  <a:lnTo>
                    <a:pt x="5327195" y="1775649"/>
                  </a:lnTo>
                  <a:lnTo>
                    <a:pt x="5296138" y="1806714"/>
                  </a:lnTo>
                  <a:lnTo>
                    <a:pt x="5261059" y="1833258"/>
                  </a:lnTo>
                  <a:lnTo>
                    <a:pt x="5222459" y="1854779"/>
                  </a:lnTo>
                  <a:lnTo>
                    <a:pt x="5180838" y="1870773"/>
                  </a:lnTo>
                  <a:lnTo>
                    <a:pt x="5136697" y="1880738"/>
                  </a:lnTo>
                  <a:lnTo>
                    <a:pt x="5090538" y="1884171"/>
                  </a:lnTo>
                  <a:close/>
                </a:path>
              </a:pathLst>
            </a:custGeom>
            <a:solidFill>
              <a:srgbClr val="000000">
                <a:alpha val="348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640140" y="1261932"/>
              <a:ext cx="5394960" cy="1874520"/>
            </a:xfrm>
            <a:custGeom>
              <a:avLst/>
              <a:gdLst/>
              <a:ahLst/>
              <a:cxnLst/>
              <a:rect l="l" t="t" r="r" b="b"/>
              <a:pathLst>
                <a:path w="5394960" h="1874520">
                  <a:moveTo>
                    <a:pt x="5082537" y="1874519"/>
                  </a:moveTo>
                  <a:lnTo>
                    <a:pt x="312419" y="1874519"/>
                  </a:lnTo>
                  <a:lnTo>
                    <a:pt x="266538" y="1871107"/>
                  </a:lnTo>
                  <a:lnTo>
                    <a:pt x="222634" y="1861203"/>
                  </a:lnTo>
                  <a:lnTo>
                    <a:pt x="181238" y="1845305"/>
                  </a:lnTo>
                  <a:lnTo>
                    <a:pt x="142845" y="1823910"/>
                  </a:lnTo>
                  <a:lnTo>
                    <a:pt x="107950" y="1797518"/>
                  </a:lnTo>
                  <a:lnTo>
                    <a:pt x="77053" y="1766626"/>
                  </a:lnTo>
                  <a:lnTo>
                    <a:pt x="50651" y="1731732"/>
                  </a:lnTo>
                  <a:lnTo>
                    <a:pt x="29245" y="1693334"/>
                  </a:lnTo>
                  <a:lnTo>
                    <a:pt x="13334" y="1651931"/>
                  </a:lnTo>
                  <a:lnTo>
                    <a:pt x="3418" y="1608020"/>
                  </a:lnTo>
                  <a:lnTo>
                    <a:pt x="0" y="1562100"/>
                  </a:lnTo>
                  <a:lnTo>
                    <a:pt x="0" y="312420"/>
                  </a:lnTo>
                  <a:lnTo>
                    <a:pt x="3412" y="266528"/>
                  </a:lnTo>
                  <a:lnTo>
                    <a:pt x="13316" y="222635"/>
                  </a:lnTo>
                  <a:lnTo>
                    <a:pt x="29214" y="181240"/>
                  </a:lnTo>
                  <a:lnTo>
                    <a:pt x="50609" y="142843"/>
                  </a:lnTo>
                  <a:lnTo>
                    <a:pt x="77005" y="107945"/>
                  </a:lnTo>
                  <a:lnTo>
                    <a:pt x="107902" y="77044"/>
                  </a:lnTo>
                  <a:lnTo>
                    <a:pt x="142801" y="50641"/>
                  </a:lnTo>
                  <a:lnTo>
                    <a:pt x="181203" y="29235"/>
                  </a:lnTo>
                  <a:lnTo>
                    <a:pt x="222608" y="13326"/>
                  </a:lnTo>
                  <a:lnTo>
                    <a:pt x="266515" y="3414"/>
                  </a:lnTo>
                  <a:lnTo>
                    <a:pt x="312419" y="0"/>
                  </a:lnTo>
                  <a:lnTo>
                    <a:pt x="5082537" y="0"/>
                  </a:lnTo>
                  <a:lnTo>
                    <a:pt x="5128457" y="3414"/>
                  </a:lnTo>
                  <a:lnTo>
                    <a:pt x="5172368" y="13326"/>
                  </a:lnTo>
                  <a:lnTo>
                    <a:pt x="5213772" y="29235"/>
                  </a:lnTo>
                  <a:lnTo>
                    <a:pt x="5252169" y="50641"/>
                  </a:lnTo>
                  <a:lnTo>
                    <a:pt x="5287063" y="77044"/>
                  </a:lnTo>
                  <a:lnTo>
                    <a:pt x="5317955" y="107945"/>
                  </a:lnTo>
                  <a:lnTo>
                    <a:pt x="5344348" y="142843"/>
                  </a:lnTo>
                  <a:lnTo>
                    <a:pt x="5365742" y="181240"/>
                  </a:lnTo>
                  <a:lnTo>
                    <a:pt x="5381640" y="222635"/>
                  </a:lnTo>
                  <a:lnTo>
                    <a:pt x="5391545" y="266528"/>
                  </a:lnTo>
                  <a:lnTo>
                    <a:pt x="5394957" y="312420"/>
                  </a:lnTo>
                  <a:lnTo>
                    <a:pt x="5394957" y="1562100"/>
                  </a:lnTo>
                  <a:lnTo>
                    <a:pt x="5391542" y="1608020"/>
                  </a:lnTo>
                  <a:lnTo>
                    <a:pt x="5381630" y="1651931"/>
                  </a:lnTo>
                  <a:lnTo>
                    <a:pt x="5365721" y="1693334"/>
                  </a:lnTo>
                  <a:lnTo>
                    <a:pt x="5344316" y="1731732"/>
                  </a:lnTo>
                  <a:lnTo>
                    <a:pt x="5317912" y="1766626"/>
                  </a:lnTo>
                  <a:lnTo>
                    <a:pt x="5287012" y="1797518"/>
                  </a:lnTo>
                  <a:lnTo>
                    <a:pt x="5252113" y="1823910"/>
                  </a:lnTo>
                  <a:lnTo>
                    <a:pt x="5213717" y="1845305"/>
                  </a:lnTo>
                  <a:lnTo>
                    <a:pt x="5172322" y="1861203"/>
                  </a:lnTo>
                  <a:lnTo>
                    <a:pt x="5128429" y="1871107"/>
                  </a:lnTo>
                  <a:lnTo>
                    <a:pt x="5082537" y="1874519"/>
                  </a:lnTo>
                  <a:close/>
                </a:path>
              </a:pathLst>
            </a:custGeom>
            <a:solidFill>
              <a:srgbClr val="F4F7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635314" y="1257106"/>
              <a:ext cx="5405120" cy="1884680"/>
            </a:xfrm>
            <a:custGeom>
              <a:avLst/>
              <a:gdLst/>
              <a:ahLst/>
              <a:cxnLst/>
              <a:rect l="l" t="t" r="r" b="b"/>
              <a:pathLst>
                <a:path w="5405120" h="1884680">
                  <a:moveTo>
                    <a:pt x="317245" y="1884171"/>
                  </a:moveTo>
                  <a:lnTo>
                    <a:pt x="270994" y="1880704"/>
                  </a:lnTo>
                  <a:lnTo>
                    <a:pt x="270738" y="1880704"/>
                  </a:lnTo>
                  <a:lnTo>
                    <a:pt x="226228" y="1870641"/>
                  </a:lnTo>
                  <a:lnTo>
                    <a:pt x="184125" y="1854488"/>
                  </a:lnTo>
                  <a:lnTo>
                    <a:pt x="145096" y="1832753"/>
                  </a:lnTo>
                  <a:lnTo>
                    <a:pt x="109636" y="1805944"/>
                  </a:lnTo>
                  <a:lnTo>
                    <a:pt x="78248" y="1774567"/>
                  </a:lnTo>
                  <a:lnTo>
                    <a:pt x="51435" y="1739130"/>
                  </a:lnTo>
                  <a:lnTo>
                    <a:pt x="29701" y="1700140"/>
                  </a:lnTo>
                  <a:lnTo>
                    <a:pt x="13551" y="1658105"/>
                  </a:lnTo>
                  <a:lnTo>
                    <a:pt x="3486" y="1613531"/>
                  </a:lnTo>
                  <a:lnTo>
                    <a:pt x="9" y="1566926"/>
                  </a:lnTo>
                  <a:lnTo>
                    <a:pt x="0" y="317246"/>
                  </a:lnTo>
                  <a:lnTo>
                    <a:pt x="3358" y="272036"/>
                  </a:lnTo>
                  <a:lnTo>
                    <a:pt x="13520" y="226020"/>
                  </a:lnTo>
                  <a:lnTo>
                    <a:pt x="29663" y="183976"/>
                  </a:lnTo>
                  <a:lnTo>
                    <a:pt x="51386" y="144985"/>
                  </a:lnTo>
                  <a:lnTo>
                    <a:pt x="78184" y="109552"/>
                  </a:lnTo>
                  <a:lnTo>
                    <a:pt x="109552" y="78184"/>
                  </a:lnTo>
                  <a:lnTo>
                    <a:pt x="144985" y="51386"/>
                  </a:lnTo>
                  <a:lnTo>
                    <a:pt x="183976" y="29663"/>
                  </a:lnTo>
                  <a:lnTo>
                    <a:pt x="226020" y="13520"/>
                  </a:lnTo>
                  <a:lnTo>
                    <a:pt x="270611" y="3464"/>
                  </a:lnTo>
                  <a:lnTo>
                    <a:pt x="317245" y="0"/>
                  </a:lnTo>
                  <a:lnTo>
                    <a:pt x="317245" y="4698"/>
                  </a:lnTo>
                  <a:lnTo>
                    <a:pt x="5139440" y="4698"/>
                  </a:lnTo>
                  <a:lnTo>
                    <a:pt x="5160832" y="9524"/>
                  </a:lnTo>
                  <a:lnTo>
                    <a:pt x="317245" y="9524"/>
                  </a:lnTo>
                  <a:lnTo>
                    <a:pt x="272036" y="12887"/>
                  </a:lnTo>
                  <a:lnTo>
                    <a:pt x="228797" y="22648"/>
                  </a:lnTo>
                  <a:lnTo>
                    <a:pt x="188023" y="38314"/>
                  </a:lnTo>
                  <a:lnTo>
                    <a:pt x="150204" y="59395"/>
                  </a:lnTo>
                  <a:lnTo>
                    <a:pt x="115831" y="85398"/>
                  </a:lnTo>
                  <a:lnTo>
                    <a:pt x="85398" y="115831"/>
                  </a:lnTo>
                  <a:lnTo>
                    <a:pt x="59395" y="150204"/>
                  </a:lnTo>
                  <a:lnTo>
                    <a:pt x="38314" y="188023"/>
                  </a:lnTo>
                  <a:lnTo>
                    <a:pt x="22648" y="228798"/>
                  </a:lnTo>
                  <a:lnTo>
                    <a:pt x="12887" y="272036"/>
                  </a:lnTo>
                  <a:lnTo>
                    <a:pt x="9524" y="317246"/>
                  </a:lnTo>
                  <a:lnTo>
                    <a:pt x="9524" y="1566926"/>
                  </a:lnTo>
                  <a:lnTo>
                    <a:pt x="12887" y="1612135"/>
                  </a:lnTo>
                  <a:lnTo>
                    <a:pt x="22648" y="1655373"/>
                  </a:lnTo>
                  <a:lnTo>
                    <a:pt x="38314" y="1696148"/>
                  </a:lnTo>
                  <a:lnTo>
                    <a:pt x="59395" y="1733967"/>
                  </a:lnTo>
                  <a:lnTo>
                    <a:pt x="85398" y="1768340"/>
                  </a:lnTo>
                  <a:lnTo>
                    <a:pt x="115831" y="1798773"/>
                  </a:lnTo>
                  <a:lnTo>
                    <a:pt x="150204" y="1824776"/>
                  </a:lnTo>
                  <a:lnTo>
                    <a:pt x="188023" y="1845857"/>
                  </a:lnTo>
                  <a:lnTo>
                    <a:pt x="228797" y="1861523"/>
                  </a:lnTo>
                  <a:lnTo>
                    <a:pt x="272036" y="1871284"/>
                  </a:lnTo>
                  <a:lnTo>
                    <a:pt x="317245" y="1874646"/>
                  </a:lnTo>
                  <a:lnTo>
                    <a:pt x="5160839" y="1874646"/>
                  </a:lnTo>
                  <a:lnTo>
                    <a:pt x="5139454" y="1879473"/>
                  </a:lnTo>
                  <a:lnTo>
                    <a:pt x="317245" y="1879473"/>
                  </a:lnTo>
                  <a:lnTo>
                    <a:pt x="317245" y="1884171"/>
                  </a:lnTo>
                  <a:close/>
                </a:path>
                <a:path w="5405120" h="1884680">
                  <a:moveTo>
                    <a:pt x="5087363" y="4698"/>
                  </a:moveTo>
                  <a:lnTo>
                    <a:pt x="317245" y="4698"/>
                  </a:lnTo>
                  <a:lnTo>
                    <a:pt x="317245" y="0"/>
                  </a:lnTo>
                  <a:lnTo>
                    <a:pt x="5087363" y="0"/>
                  </a:lnTo>
                  <a:lnTo>
                    <a:pt x="5087363" y="4698"/>
                  </a:lnTo>
                  <a:close/>
                </a:path>
                <a:path w="5405120" h="1884680">
                  <a:moveTo>
                    <a:pt x="5139440" y="4698"/>
                  </a:moveTo>
                  <a:lnTo>
                    <a:pt x="5087363" y="4698"/>
                  </a:lnTo>
                  <a:lnTo>
                    <a:pt x="5087363" y="0"/>
                  </a:lnTo>
                  <a:lnTo>
                    <a:pt x="5133968" y="3464"/>
                  </a:lnTo>
                  <a:lnTo>
                    <a:pt x="5139440" y="4698"/>
                  </a:lnTo>
                  <a:close/>
                </a:path>
                <a:path w="5405120" h="1884680">
                  <a:moveTo>
                    <a:pt x="5160839" y="1874646"/>
                  </a:moveTo>
                  <a:lnTo>
                    <a:pt x="5087363" y="1874646"/>
                  </a:lnTo>
                  <a:lnTo>
                    <a:pt x="5132573" y="1871284"/>
                  </a:lnTo>
                  <a:lnTo>
                    <a:pt x="5175811" y="1861523"/>
                  </a:lnTo>
                  <a:lnTo>
                    <a:pt x="5216585" y="1845857"/>
                  </a:lnTo>
                  <a:lnTo>
                    <a:pt x="5254405" y="1824776"/>
                  </a:lnTo>
                  <a:lnTo>
                    <a:pt x="5288777" y="1798773"/>
                  </a:lnTo>
                  <a:lnTo>
                    <a:pt x="5319210" y="1768340"/>
                  </a:lnTo>
                  <a:lnTo>
                    <a:pt x="5345213" y="1733967"/>
                  </a:lnTo>
                  <a:lnTo>
                    <a:pt x="5366294" y="1696148"/>
                  </a:lnTo>
                  <a:lnTo>
                    <a:pt x="5381960" y="1655373"/>
                  </a:lnTo>
                  <a:lnTo>
                    <a:pt x="5391721" y="1612135"/>
                  </a:lnTo>
                  <a:lnTo>
                    <a:pt x="5395084" y="1566926"/>
                  </a:lnTo>
                  <a:lnTo>
                    <a:pt x="5395084" y="317246"/>
                  </a:lnTo>
                  <a:lnTo>
                    <a:pt x="5391721" y="272036"/>
                  </a:lnTo>
                  <a:lnTo>
                    <a:pt x="5381960" y="228798"/>
                  </a:lnTo>
                  <a:lnTo>
                    <a:pt x="5366294" y="188023"/>
                  </a:lnTo>
                  <a:lnTo>
                    <a:pt x="5345213" y="150204"/>
                  </a:lnTo>
                  <a:lnTo>
                    <a:pt x="5319210" y="115831"/>
                  </a:lnTo>
                  <a:lnTo>
                    <a:pt x="5288777" y="85398"/>
                  </a:lnTo>
                  <a:lnTo>
                    <a:pt x="5254405" y="59395"/>
                  </a:lnTo>
                  <a:lnTo>
                    <a:pt x="5216585" y="38314"/>
                  </a:lnTo>
                  <a:lnTo>
                    <a:pt x="5175811" y="22648"/>
                  </a:lnTo>
                  <a:lnTo>
                    <a:pt x="5132573" y="12887"/>
                  </a:lnTo>
                  <a:lnTo>
                    <a:pt x="5087363" y="9524"/>
                  </a:lnTo>
                  <a:lnTo>
                    <a:pt x="5160832" y="9524"/>
                  </a:lnTo>
                  <a:lnTo>
                    <a:pt x="5220578" y="29663"/>
                  </a:lnTo>
                  <a:lnTo>
                    <a:pt x="5259568" y="51386"/>
                  </a:lnTo>
                  <a:lnTo>
                    <a:pt x="5295004" y="78184"/>
                  </a:lnTo>
                  <a:lnTo>
                    <a:pt x="5326381" y="109552"/>
                  </a:lnTo>
                  <a:lnTo>
                    <a:pt x="5353190" y="144985"/>
                  </a:lnTo>
                  <a:lnTo>
                    <a:pt x="5374925" y="183976"/>
                  </a:lnTo>
                  <a:lnTo>
                    <a:pt x="5391078" y="226020"/>
                  </a:lnTo>
                  <a:lnTo>
                    <a:pt x="5401141" y="270612"/>
                  </a:lnTo>
                  <a:lnTo>
                    <a:pt x="5404609" y="317246"/>
                  </a:lnTo>
                  <a:lnTo>
                    <a:pt x="5404609" y="1566926"/>
                  </a:lnTo>
                  <a:lnTo>
                    <a:pt x="5401248" y="1612135"/>
                  </a:lnTo>
                  <a:lnTo>
                    <a:pt x="5391088" y="1658105"/>
                  </a:lnTo>
                  <a:lnTo>
                    <a:pt x="5374946" y="1700140"/>
                  </a:lnTo>
                  <a:lnTo>
                    <a:pt x="5353222" y="1739130"/>
                  </a:lnTo>
                  <a:lnTo>
                    <a:pt x="5326424" y="1774567"/>
                  </a:lnTo>
                  <a:lnTo>
                    <a:pt x="5295056" y="1805944"/>
                  </a:lnTo>
                  <a:lnTo>
                    <a:pt x="5259624" y="1832753"/>
                  </a:lnTo>
                  <a:lnTo>
                    <a:pt x="5220633" y="1854488"/>
                  </a:lnTo>
                  <a:lnTo>
                    <a:pt x="5178589" y="1870641"/>
                  </a:lnTo>
                  <a:lnTo>
                    <a:pt x="5160839" y="1874646"/>
                  </a:lnTo>
                  <a:close/>
                </a:path>
                <a:path w="5405120" h="1884680">
                  <a:moveTo>
                    <a:pt x="5087363" y="1884171"/>
                  </a:moveTo>
                  <a:lnTo>
                    <a:pt x="317245" y="1884171"/>
                  </a:lnTo>
                  <a:lnTo>
                    <a:pt x="317245" y="1879473"/>
                  </a:lnTo>
                  <a:lnTo>
                    <a:pt x="5087363" y="1879473"/>
                  </a:lnTo>
                  <a:lnTo>
                    <a:pt x="5087363" y="1884171"/>
                  </a:lnTo>
                  <a:close/>
                </a:path>
                <a:path w="5405120" h="1884680">
                  <a:moveTo>
                    <a:pt x="5087363" y="1884171"/>
                  </a:moveTo>
                  <a:lnTo>
                    <a:pt x="5087363" y="1879473"/>
                  </a:lnTo>
                  <a:lnTo>
                    <a:pt x="5139454" y="1879473"/>
                  </a:lnTo>
                  <a:lnTo>
                    <a:pt x="5133997" y="1880704"/>
                  </a:lnTo>
                  <a:lnTo>
                    <a:pt x="5087363" y="1884171"/>
                  </a:lnTo>
                  <a:close/>
                </a:path>
              </a:pathLst>
            </a:custGeom>
            <a:solidFill>
              <a:srgbClr val="DBE3E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640140" y="3136326"/>
              <a:ext cx="73660" cy="23495"/>
            </a:xfrm>
            <a:custGeom>
              <a:avLst/>
              <a:gdLst/>
              <a:ahLst/>
              <a:cxnLst/>
              <a:rect l="l" t="t" r="r" b="b"/>
              <a:pathLst>
                <a:path w="73659" h="23494">
                  <a:moveTo>
                    <a:pt x="0" y="23113"/>
                  </a:moveTo>
                  <a:lnTo>
                    <a:pt x="73151" y="23113"/>
                  </a:lnTo>
                  <a:lnTo>
                    <a:pt x="73151" y="0"/>
                  </a:lnTo>
                  <a:lnTo>
                    <a:pt x="0" y="0"/>
                  </a:lnTo>
                  <a:lnTo>
                    <a:pt x="0" y="23113"/>
                  </a:lnTo>
                  <a:close/>
                </a:path>
              </a:pathLst>
            </a:custGeom>
            <a:solidFill>
              <a:srgbClr val="000000">
                <a:alpha val="348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640140" y="1261805"/>
              <a:ext cx="73660" cy="1874520"/>
            </a:xfrm>
            <a:custGeom>
              <a:avLst/>
              <a:gdLst/>
              <a:ahLst/>
              <a:cxnLst/>
              <a:rect l="l" t="t" r="r" b="b"/>
              <a:pathLst>
                <a:path w="73659" h="1874520">
                  <a:moveTo>
                    <a:pt x="73151" y="1874520"/>
                  </a:moveTo>
                  <a:lnTo>
                    <a:pt x="0" y="1874520"/>
                  </a:lnTo>
                  <a:lnTo>
                    <a:pt x="0" y="0"/>
                  </a:lnTo>
                  <a:lnTo>
                    <a:pt x="73151" y="0"/>
                  </a:lnTo>
                  <a:lnTo>
                    <a:pt x="73151" y="1874520"/>
                  </a:lnTo>
                  <a:close/>
                </a:path>
              </a:pathLst>
            </a:custGeom>
            <a:solidFill>
              <a:srgbClr val="D0374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929131" y="1555267"/>
            <a:ext cx="4837430" cy="1234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005"/>
              </a:lnSpc>
              <a:spcBef>
                <a:spcPts val="100"/>
              </a:spcBef>
            </a:pPr>
            <a:r>
              <a:rPr dirty="0" sz="1700" b="1" i="1">
                <a:solidFill>
                  <a:srgbClr val="092649"/>
                </a:solidFill>
                <a:latin typeface="Arial"/>
                <a:cs typeface="Arial"/>
              </a:rPr>
              <a:t>The</a:t>
            </a:r>
            <a:r>
              <a:rPr dirty="0" sz="1700" spc="-10" b="1" i="1">
                <a:solidFill>
                  <a:srgbClr val="092649"/>
                </a:solidFill>
                <a:latin typeface="Arial"/>
                <a:cs typeface="Arial"/>
              </a:rPr>
              <a:t> Challenge</a:t>
            </a:r>
            <a:endParaRPr sz="1700">
              <a:latin typeface="Arial"/>
              <a:cs typeface="Arial"/>
            </a:endParaRPr>
          </a:p>
          <a:p>
            <a:pPr marL="12700" marR="5080">
              <a:lnSpc>
                <a:spcPts val="1880"/>
              </a:lnSpc>
              <a:spcBef>
                <a:spcPts val="60"/>
              </a:spcBef>
            </a:pPr>
            <a:r>
              <a:rPr dirty="0" sz="1600">
                <a:solidFill>
                  <a:srgbClr val="161D29"/>
                </a:solidFill>
                <a:latin typeface="Arial MT"/>
                <a:cs typeface="Arial MT"/>
              </a:rPr>
              <a:t>Drivers</a:t>
            </a:r>
            <a:r>
              <a:rPr dirty="0" sz="1600" spc="-25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600">
                <a:solidFill>
                  <a:srgbClr val="161D29"/>
                </a:solidFill>
                <a:latin typeface="Arial MT"/>
                <a:cs typeface="Arial MT"/>
              </a:rPr>
              <a:t>in</a:t>
            </a:r>
            <a:r>
              <a:rPr dirty="0" sz="1600" spc="-25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600">
                <a:solidFill>
                  <a:srgbClr val="161D29"/>
                </a:solidFill>
                <a:latin typeface="Arial MT"/>
                <a:cs typeface="Arial MT"/>
              </a:rPr>
              <a:t>unfamiliar</a:t>
            </a:r>
            <a:r>
              <a:rPr dirty="0" sz="1600" spc="-20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600">
                <a:solidFill>
                  <a:srgbClr val="161D29"/>
                </a:solidFill>
                <a:latin typeface="Arial MT"/>
                <a:cs typeface="Arial MT"/>
              </a:rPr>
              <a:t>or</a:t>
            </a:r>
            <a:r>
              <a:rPr dirty="0" sz="1600" spc="-25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600">
                <a:solidFill>
                  <a:srgbClr val="161D29"/>
                </a:solidFill>
                <a:latin typeface="Arial MT"/>
                <a:cs typeface="Arial MT"/>
              </a:rPr>
              <a:t>congested</a:t>
            </a:r>
            <a:r>
              <a:rPr dirty="0" sz="1600" spc="-20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600">
                <a:solidFill>
                  <a:srgbClr val="161D29"/>
                </a:solidFill>
                <a:latin typeface="Arial MT"/>
                <a:cs typeface="Arial MT"/>
              </a:rPr>
              <a:t>areas</a:t>
            </a:r>
            <a:r>
              <a:rPr dirty="0" sz="1600" spc="-25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600">
                <a:solidFill>
                  <a:srgbClr val="161D29"/>
                </a:solidFill>
                <a:latin typeface="Arial MT"/>
                <a:cs typeface="Arial MT"/>
              </a:rPr>
              <a:t>waste</a:t>
            </a:r>
            <a:r>
              <a:rPr dirty="0" sz="1600" spc="-20">
                <a:solidFill>
                  <a:srgbClr val="161D29"/>
                </a:solidFill>
                <a:latin typeface="Arial MT"/>
                <a:cs typeface="Arial MT"/>
              </a:rPr>
              <a:t> time </a:t>
            </a:r>
            <a:r>
              <a:rPr dirty="0" sz="1600">
                <a:solidFill>
                  <a:srgbClr val="161D29"/>
                </a:solidFill>
                <a:latin typeface="Arial MT"/>
                <a:cs typeface="Arial MT"/>
              </a:rPr>
              <a:t>searching</a:t>
            </a:r>
            <a:r>
              <a:rPr dirty="0" sz="1600" spc="-30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600">
                <a:solidFill>
                  <a:srgbClr val="161D29"/>
                </a:solidFill>
                <a:latin typeface="Arial MT"/>
                <a:cs typeface="Arial MT"/>
              </a:rPr>
              <a:t>for</a:t>
            </a:r>
            <a:r>
              <a:rPr dirty="0" sz="1600" spc="-25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600">
                <a:solidFill>
                  <a:srgbClr val="161D29"/>
                </a:solidFill>
                <a:latin typeface="Arial MT"/>
                <a:cs typeface="Arial MT"/>
              </a:rPr>
              <a:t>legal,</a:t>
            </a:r>
            <a:r>
              <a:rPr dirty="0" sz="1600" spc="-25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600">
                <a:solidFill>
                  <a:srgbClr val="161D29"/>
                </a:solidFill>
                <a:latin typeface="Arial MT"/>
                <a:cs typeface="Arial MT"/>
              </a:rPr>
              <a:t>nearby</a:t>
            </a:r>
            <a:r>
              <a:rPr dirty="0" sz="1600" spc="-25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600">
                <a:solidFill>
                  <a:srgbClr val="161D29"/>
                </a:solidFill>
                <a:latin typeface="Arial MT"/>
                <a:cs typeface="Arial MT"/>
              </a:rPr>
              <a:t>parking.</a:t>
            </a:r>
            <a:r>
              <a:rPr dirty="0" sz="1600" spc="-25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600" spc="-10">
                <a:solidFill>
                  <a:srgbClr val="161D29"/>
                </a:solidFill>
                <a:latin typeface="Arial MT"/>
                <a:cs typeface="Arial MT"/>
              </a:rPr>
              <a:t>Meanwhile, </a:t>
            </a:r>
            <a:r>
              <a:rPr dirty="0" sz="1600">
                <a:solidFill>
                  <a:srgbClr val="161D29"/>
                </a:solidFill>
                <a:latin typeface="Arial MT"/>
                <a:cs typeface="Arial MT"/>
              </a:rPr>
              <a:t>private</a:t>
            </a:r>
            <a:r>
              <a:rPr dirty="0" sz="1600" spc="-25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600">
                <a:solidFill>
                  <a:srgbClr val="161D29"/>
                </a:solidFill>
                <a:latin typeface="Arial MT"/>
                <a:cs typeface="Arial MT"/>
              </a:rPr>
              <a:t>parking</a:t>
            </a:r>
            <a:r>
              <a:rPr dirty="0" sz="1600" spc="-20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600">
                <a:solidFill>
                  <a:srgbClr val="161D29"/>
                </a:solidFill>
                <a:latin typeface="Arial MT"/>
                <a:cs typeface="Arial MT"/>
              </a:rPr>
              <a:t>spaces</a:t>
            </a:r>
            <a:r>
              <a:rPr dirty="0" sz="1600" spc="-20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600">
                <a:solidFill>
                  <a:srgbClr val="161D29"/>
                </a:solidFill>
                <a:latin typeface="Arial MT"/>
                <a:cs typeface="Arial MT"/>
              </a:rPr>
              <a:t>at</a:t>
            </a:r>
            <a:r>
              <a:rPr dirty="0" sz="1600" spc="-25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600">
                <a:solidFill>
                  <a:srgbClr val="161D29"/>
                </a:solidFill>
                <a:latin typeface="Arial MT"/>
                <a:cs typeface="Arial MT"/>
              </a:rPr>
              <a:t>homes</a:t>
            </a:r>
            <a:r>
              <a:rPr dirty="0" sz="1600" spc="-20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600">
                <a:solidFill>
                  <a:srgbClr val="161D29"/>
                </a:solidFill>
                <a:latin typeface="Arial MT"/>
                <a:cs typeface="Arial MT"/>
              </a:rPr>
              <a:t>and</a:t>
            </a:r>
            <a:r>
              <a:rPr dirty="0" sz="1600" spc="-20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600">
                <a:solidFill>
                  <a:srgbClr val="161D29"/>
                </a:solidFill>
                <a:latin typeface="Arial MT"/>
                <a:cs typeface="Arial MT"/>
              </a:rPr>
              <a:t>small</a:t>
            </a:r>
            <a:r>
              <a:rPr dirty="0" sz="1600" spc="-25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600" spc="-10">
                <a:solidFill>
                  <a:srgbClr val="161D29"/>
                </a:solidFill>
                <a:latin typeface="Arial MT"/>
                <a:cs typeface="Arial MT"/>
              </a:rPr>
              <a:t>properties </a:t>
            </a:r>
            <a:r>
              <a:rPr dirty="0" sz="1600">
                <a:solidFill>
                  <a:srgbClr val="161D29"/>
                </a:solidFill>
                <a:latin typeface="Arial MT"/>
                <a:cs typeface="Arial MT"/>
              </a:rPr>
              <a:t>often</a:t>
            </a:r>
            <a:r>
              <a:rPr dirty="0" sz="1600" spc="-30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600">
                <a:solidFill>
                  <a:srgbClr val="161D29"/>
                </a:solidFill>
                <a:latin typeface="Arial MT"/>
                <a:cs typeface="Arial MT"/>
              </a:rPr>
              <a:t>remain</a:t>
            </a:r>
            <a:r>
              <a:rPr dirty="0" sz="1600" spc="-30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600" spc="-10">
                <a:solidFill>
                  <a:srgbClr val="161D29"/>
                </a:solidFill>
                <a:latin typeface="Arial MT"/>
                <a:cs typeface="Arial MT"/>
              </a:rPr>
              <a:t>unused.</a:t>
            </a:r>
            <a:endParaRPr sz="1600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258873" y="1257106"/>
            <a:ext cx="5295265" cy="1907539"/>
            <a:chOff x="6258873" y="1257106"/>
            <a:chExt cx="5295265" cy="1907539"/>
          </a:xfrm>
        </p:grpSpPr>
        <p:sp>
          <p:nvSpPr>
            <p:cNvPr id="12" name="object 12"/>
            <p:cNvSpPr/>
            <p:nvPr/>
          </p:nvSpPr>
          <p:spPr>
            <a:xfrm>
              <a:off x="6258873" y="1280093"/>
              <a:ext cx="5295265" cy="1884680"/>
            </a:xfrm>
            <a:custGeom>
              <a:avLst/>
              <a:gdLst/>
              <a:ahLst/>
              <a:cxnLst/>
              <a:rect l="l" t="t" r="r" b="b"/>
              <a:pathLst>
                <a:path w="5295265" h="1884680">
                  <a:moveTo>
                    <a:pt x="4980683" y="1884171"/>
                  </a:moveTo>
                  <a:lnTo>
                    <a:pt x="314071" y="1884171"/>
                  </a:lnTo>
                  <a:lnTo>
                    <a:pt x="268038" y="1880738"/>
                  </a:lnTo>
                  <a:lnTo>
                    <a:pt x="223976" y="1870773"/>
                  </a:lnTo>
                  <a:lnTo>
                    <a:pt x="182293" y="1854779"/>
                  </a:lnTo>
                  <a:lnTo>
                    <a:pt x="143650" y="1833258"/>
                  </a:lnTo>
                  <a:lnTo>
                    <a:pt x="108538" y="1806714"/>
                  </a:lnTo>
                  <a:lnTo>
                    <a:pt x="77457" y="1775649"/>
                  </a:lnTo>
                  <a:lnTo>
                    <a:pt x="50905" y="1740566"/>
                  </a:lnTo>
                  <a:lnTo>
                    <a:pt x="29383" y="1701966"/>
                  </a:lnTo>
                  <a:lnTo>
                    <a:pt x="13392" y="1660354"/>
                  </a:lnTo>
                  <a:lnTo>
                    <a:pt x="3431" y="1616231"/>
                  </a:lnTo>
                  <a:lnTo>
                    <a:pt x="0" y="1570101"/>
                  </a:lnTo>
                  <a:lnTo>
                    <a:pt x="0" y="314071"/>
                  </a:lnTo>
                  <a:lnTo>
                    <a:pt x="3430" y="267911"/>
                  </a:lnTo>
                  <a:lnTo>
                    <a:pt x="13388" y="223771"/>
                  </a:lnTo>
                  <a:lnTo>
                    <a:pt x="29371" y="182150"/>
                  </a:lnTo>
                  <a:lnTo>
                    <a:pt x="50880" y="143549"/>
                  </a:lnTo>
                  <a:lnTo>
                    <a:pt x="77414" y="108470"/>
                  </a:lnTo>
                  <a:lnTo>
                    <a:pt x="108470" y="77414"/>
                  </a:lnTo>
                  <a:lnTo>
                    <a:pt x="143549" y="50880"/>
                  </a:lnTo>
                  <a:lnTo>
                    <a:pt x="182150" y="29371"/>
                  </a:lnTo>
                  <a:lnTo>
                    <a:pt x="223771" y="13388"/>
                  </a:lnTo>
                  <a:lnTo>
                    <a:pt x="267911" y="3430"/>
                  </a:lnTo>
                  <a:lnTo>
                    <a:pt x="314071" y="0"/>
                  </a:lnTo>
                  <a:lnTo>
                    <a:pt x="4980683" y="0"/>
                  </a:lnTo>
                  <a:lnTo>
                    <a:pt x="5026814" y="3430"/>
                  </a:lnTo>
                  <a:lnTo>
                    <a:pt x="5070936" y="13388"/>
                  </a:lnTo>
                  <a:lnTo>
                    <a:pt x="5112549" y="29371"/>
                  </a:lnTo>
                  <a:lnTo>
                    <a:pt x="5151148" y="50880"/>
                  </a:lnTo>
                  <a:lnTo>
                    <a:pt x="5186232" y="77414"/>
                  </a:lnTo>
                  <a:lnTo>
                    <a:pt x="5217297" y="108470"/>
                  </a:lnTo>
                  <a:lnTo>
                    <a:pt x="5243841" y="143549"/>
                  </a:lnTo>
                  <a:lnTo>
                    <a:pt x="5265362" y="182150"/>
                  </a:lnTo>
                  <a:lnTo>
                    <a:pt x="5281356" y="223771"/>
                  </a:lnTo>
                  <a:lnTo>
                    <a:pt x="5291321" y="267911"/>
                  </a:lnTo>
                  <a:lnTo>
                    <a:pt x="5294754" y="314071"/>
                  </a:lnTo>
                  <a:lnTo>
                    <a:pt x="5294754" y="1570101"/>
                  </a:lnTo>
                  <a:lnTo>
                    <a:pt x="5291324" y="1616231"/>
                  </a:lnTo>
                  <a:lnTo>
                    <a:pt x="5281366" y="1660354"/>
                  </a:lnTo>
                  <a:lnTo>
                    <a:pt x="5265382" y="1701966"/>
                  </a:lnTo>
                  <a:lnTo>
                    <a:pt x="5243873" y="1740566"/>
                  </a:lnTo>
                  <a:lnTo>
                    <a:pt x="5217340" y="1775649"/>
                  </a:lnTo>
                  <a:lnTo>
                    <a:pt x="5186283" y="1806714"/>
                  </a:lnTo>
                  <a:lnTo>
                    <a:pt x="5151204" y="1833258"/>
                  </a:lnTo>
                  <a:lnTo>
                    <a:pt x="5112604" y="1854779"/>
                  </a:lnTo>
                  <a:lnTo>
                    <a:pt x="5070983" y="1870773"/>
                  </a:lnTo>
                  <a:lnTo>
                    <a:pt x="5026842" y="1880738"/>
                  </a:lnTo>
                  <a:lnTo>
                    <a:pt x="4980683" y="1884171"/>
                  </a:lnTo>
                  <a:close/>
                </a:path>
              </a:pathLst>
            </a:custGeom>
            <a:solidFill>
              <a:srgbClr val="000000">
                <a:alpha val="348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6263700" y="1261932"/>
              <a:ext cx="5285105" cy="1874520"/>
            </a:xfrm>
            <a:custGeom>
              <a:avLst/>
              <a:gdLst/>
              <a:ahLst/>
              <a:cxnLst/>
              <a:rect l="l" t="t" r="r" b="b"/>
              <a:pathLst>
                <a:path w="5285105" h="1874520">
                  <a:moveTo>
                    <a:pt x="4972681" y="1874519"/>
                  </a:moveTo>
                  <a:lnTo>
                    <a:pt x="312419" y="1874519"/>
                  </a:lnTo>
                  <a:lnTo>
                    <a:pt x="266537" y="1871107"/>
                  </a:lnTo>
                  <a:lnTo>
                    <a:pt x="222633" y="1861203"/>
                  </a:lnTo>
                  <a:lnTo>
                    <a:pt x="181238" y="1845305"/>
                  </a:lnTo>
                  <a:lnTo>
                    <a:pt x="142845" y="1823910"/>
                  </a:lnTo>
                  <a:lnTo>
                    <a:pt x="107950" y="1797518"/>
                  </a:lnTo>
                  <a:lnTo>
                    <a:pt x="77052" y="1766626"/>
                  </a:lnTo>
                  <a:lnTo>
                    <a:pt x="50651" y="1731732"/>
                  </a:lnTo>
                  <a:lnTo>
                    <a:pt x="29245" y="1693334"/>
                  </a:lnTo>
                  <a:lnTo>
                    <a:pt x="13334" y="1651931"/>
                  </a:lnTo>
                  <a:lnTo>
                    <a:pt x="3418" y="1608020"/>
                  </a:lnTo>
                  <a:lnTo>
                    <a:pt x="0" y="1562100"/>
                  </a:lnTo>
                  <a:lnTo>
                    <a:pt x="0" y="312420"/>
                  </a:lnTo>
                  <a:lnTo>
                    <a:pt x="3412" y="266528"/>
                  </a:lnTo>
                  <a:lnTo>
                    <a:pt x="13316" y="222635"/>
                  </a:lnTo>
                  <a:lnTo>
                    <a:pt x="29214" y="181240"/>
                  </a:lnTo>
                  <a:lnTo>
                    <a:pt x="50609" y="142843"/>
                  </a:lnTo>
                  <a:lnTo>
                    <a:pt x="77005" y="107945"/>
                  </a:lnTo>
                  <a:lnTo>
                    <a:pt x="107901" y="77044"/>
                  </a:lnTo>
                  <a:lnTo>
                    <a:pt x="142800" y="50641"/>
                  </a:lnTo>
                  <a:lnTo>
                    <a:pt x="181202" y="29235"/>
                  </a:lnTo>
                  <a:lnTo>
                    <a:pt x="222607" y="13326"/>
                  </a:lnTo>
                  <a:lnTo>
                    <a:pt x="266514" y="3414"/>
                  </a:lnTo>
                  <a:lnTo>
                    <a:pt x="312419" y="0"/>
                  </a:lnTo>
                  <a:lnTo>
                    <a:pt x="4972681" y="0"/>
                  </a:lnTo>
                  <a:lnTo>
                    <a:pt x="5018602" y="3414"/>
                  </a:lnTo>
                  <a:lnTo>
                    <a:pt x="5062513" y="13326"/>
                  </a:lnTo>
                  <a:lnTo>
                    <a:pt x="5103916" y="29235"/>
                  </a:lnTo>
                  <a:lnTo>
                    <a:pt x="5142314" y="50641"/>
                  </a:lnTo>
                  <a:lnTo>
                    <a:pt x="5177208" y="77044"/>
                  </a:lnTo>
                  <a:lnTo>
                    <a:pt x="5208100" y="107945"/>
                  </a:lnTo>
                  <a:lnTo>
                    <a:pt x="5234492" y="142843"/>
                  </a:lnTo>
                  <a:lnTo>
                    <a:pt x="5255887" y="181240"/>
                  </a:lnTo>
                  <a:lnTo>
                    <a:pt x="5271785" y="222635"/>
                  </a:lnTo>
                  <a:lnTo>
                    <a:pt x="5281689" y="266528"/>
                  </a:lnTo>
                  <a:lnTo>
                    <a:pt x="5285101" y="312420"/>
                  </a:lnTo>
                  <a:lnTo>
                    <a:pt x="5285101" y="1562100"/>
                  </a:lnTo>
                  <a:lnTo>
                    <a:pt x="5281686" y="1608020"/>
                  </a:lnTo>
                  <a:lnTo>
                    <a:pt x="5271775" y="1651931"/>
                  </a:lnTo>
                  <a:lnTo>
                    <a:pt x="5255866" y="1693334"/>
                  </a:lnTo>
                  <a:lnTo>
                    <a:pt x="5234460" y="1731732"/>
                  </a:lnTo>
                  <a:lnTo>
                    <a:pt x="5208057" y="1766626"/>
                  </a:lnTo>
                  <a:lnTo>
                    <a:pt x="5177156" y="1797518"/>
                  </a:lnTo>
                  <a:lnTo>
                    <a:pt x="5142258" y="1823910"/>
                  </a:lnTo>
                  <a:lnTo>
                    <a:pt x="5103861" y="1845305"/>
                  </a:lnTo>
                  <a:lnTo>
                    <a:pt x="5062466" y="1861203"/>
                  </a:lnTo>
                  <a:lnTo>
                    <a:pt x="5018573" y="1871107"/>
                  </a:lnTo>
                  <a:lnTo>
                    <a:pt x="4972681" y="1874519"/>
                  </a:lnTo>
                  <a:close/>
                </a:path>
              </a:pathLst>
            </a:custGeom>
            <a:solidFill>
              <a:srgbClr val="F4F7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6258873" y="1257106"/>
              <a:ext cx="5295265" cy="1884680"/>
            </a:xfrm>
            <a:custGeom>
              <a:avLst/>
              <a:gdLst/>
              <a:ahLst/>
              <a:cxnLst/>
              <a:rect l="l" t="t" r="r" b="b"/>
              <a:pathLst>
                <a:path w="5295265" h="1884680">
                  <a:moveTo>
                    <a:pt x="317245" y="1884171"/>
                  </a:moveTo>
                  <a:lnTo>
                    <a:pt x="270994" y="1880704"/>
                  </a:lnTo>
                  <a:lnTo>
                    <a:pt x="270738" y="1880704"/>
                  </a:lnTo>
                  <a:lnTo>
                    <a:pt x="226228" y="1870641"/>
                  </a:lnTo>
                  <a:lnTo>
                    <a:pt x="184125" y="1854488"/>
                  </a:lnTo>
                  <a:lnTo>
                    <a:pt x="145096" y="1832753"/>
                  </a:lnTo>
                  <a:lnTo>
                    <a:pt x="109636" y="1805944"/>
                  </a:lnTo>
                  <a:lnTo>
                    <a:pt x="78247" y="1774567"/>
                  </a:lnTo>
                  <a:lnTo>
                    <a:pt x="51435" y="1739130"/>
                  </a:lnTo>
                  <a:lnTo>
                    <a:pt x="29701" y="1700140"/>
                  </a:lnTo>
                  <a:lnTo>
                    <a:pt x="13551" y="1658105"/>
                  </a:lnTo>
                  <a:lnTo>
                    <a:pt x="3486" y="1613531"/>
                  </a:lnTo>
                  <a:lnTo>
                    <a:pt x="9" y="1566926"/>
                  </a:lnTo>
                  <a:lnTo>
                    <a:pt x="0" y="317246"/>
                  </a:lnTo>
                  <a:lnTo>
                    <a:pt x="3358" y="272036"/>
                  </a:lnTo>
                  <a:lnTo>
                    <a:pt x="3464" y="270612"/>
                  </a:lnTo>
                  <a:lnTo>
                    <a:pt x="13520" y="226020"/>
                  </a:lnTo>
                  <a:lnTo>
                    <a:pt x="29662" y="183976"/>
                  </a:lnTo>
                  <a:lnTo>
                    <a:pt x="51386" y="144985"/>
                  </a:lnTo>
                  <a:lnTo>
                    <a:pt x="78184" y="109552"/>
                  </a:lnTo>
                  <a:lnTo>
                    <a:pt x="109552" y="78184"/>
                  </a:lnTo>
                  <a:lnTo>
                    <a:pt x="144984" y="51386"/>
                  </a:lnTo>
                  <a:lnTo>
                    <a:pt x="183975" y="29663"/>
                  </a:lnTo>
                  <a:lnTo>
                    <a:pt x="226019" y="13520"/>
                  </a:lnTo>
                  <a:lnTo>
                    <a:pt x="270611" y="3464"/>
                  </a:lnTo>
                  <a:lnTo>
                    <a:pt x="317245" y="0"/>
                  </a:lnTo>
                  <a:lnTo>
                    <a:pt x="317245" y="4698"/>
                  </a:lnTo>
                  <a:lnTo>
                    <a:pt x="5029585" y="4698"/>
                  </a:lnTo>
                  <a:lnTo>
                    <a:pt x="5050977" y="9524"/>
                  </a:lnTo>
                  <a:lnTo>
                    <a:pt x="317245" y="9524"/>
                  </a:lnTo>
                  <a:lnTo>
                    <a:pt x="272035" y="12887"/>
                  </a:lnTo>
                  <a:lnTo>
                    <a:pt x="228798" y="22648"/>
                  </a:lnTo>
                  <a:lnTo>
                    <a:pt x="188023" y="38314"/>
                  </a:lnTo>
                  <a:lnTo>
                    <a:pt x="150204" y="59395"/>
                  </a:lnTo>
                  <a:lnTo>
                    <a:pt x="115831" y="85398"/>
                  </a:lnTo>
                  <a:lnTo>
                    <a:pt x="85398" y="115831"/>
                  </a:lnTo>
                  <a:lnTo>
                    <a:pt x="59395" y="150204"/>
                  </a:lnTo>
                  <a:lnTo>
                    <a:pt x="38314" y="188023"/>
                  </a:lnTo>
                  <a:lnTo>
                    <a:pt x="22648" y="228798"/>
                  </a:lnTo>
                  <a:lnTo>
                    <a:pt x="12887" y="272036"/>
                  </a:lnTo>
                  <a:lnTo>
                    <a:pt x="9524" y="317246"/>
                  </a:lnTo>
                  <a:lnTo>
                    <a:pt x="9524" y="1566926"/>
                  </a:lnTo>
                  <a:lnTo>
                    <a:pt x="12887" y="1612135"/>
                  </a:lnTo>
                  <a:lnTo>
                    <a:pt x="22648" y="1655373"/>
                  </a:lnTo>
                  <a:lnTo>
                    <a:pt x="38314" y="1696148"/>
                  </a:lnTo>
                  <a:lnTo>
                    <a:pt x="59395" y="1733967"/>
                  </a:lnTo>
                  <a:lnTo>
                    <a:pt x="85398" y="1768340"/>
                  </a:lnTo>
                  <a:lnTo>
                    <a:pt x="115831" y="1798773"/>
                  </a:lnTo>
                  <a:lnTo>
                    <a:pt x="150204" y="1824776"/>
                  </a:lnTo>
                  <a:lnTo>
                    <a:pt x="188023" y="1845857"/>
                  </a:lnTo>
                  <a:lnTo>
                    <a:pt x="228798" y="1861523"/>
                  </a:lnTo>
                  <a:lnTo>
                    <a:pt x="272035" y="1871284"/>
                  </a:lnTo>
                  <a:lnTo>
                    <a:pt x="317245" y="1874646"/>
                  </a:lnTo>
                  <a:lnTo>
                    <a:pt x="5050983" y="1874646"/>
                  </a:lnTo>
                  <a:lnTo>
                    <a:pt x="5029599" y="1879473"/>
                  </a:lnTo>
                  <a:lnTo>
                    <a:pt x="317245" y="1879473"/>
                  </a:lnTo>
                  <a:lnTo>
                    <a:pt x="317245" y="1884171"/>
                  </a:lnTo>
                  <a:close/>
                </a:path>
                <a:path w="5295265" h="1884680">
                  <a:moveTo>
                    <a:pt x="4977508" y="4698"/>
                  </a:moveTo>
                  <a:lnTo>
                    <a:pt x="317245" y="4698"/>
                  </a:lnTo>
                  <a:lnTo>
                    <a:pt x="317245" y="0"/>
                  </a:lnTo>
                  <a:lnTo>
                    <a:pt x="4977508" y="0"/>
                  </a:lnTo>
                  <a:lnTo>
                    <a:pt x="4977508" y="4698"/>
                  </a:lnTo>
                  <a:close/>
                </a:path>
                <a:path w="5295265" h="1884680">
                  <a:moveTo>
                    <a:pt x="5029585" y="4698"/>
                  </a:moveTo>
                  <a:lnTo>
                    <a:pt x="4977508" y="4698"/>
                  </a:lnTo>
                  <a:lnTo>
                    <a:pt x="4977508" y="0"/>
                  </a:lnTo>
                  <a:lnTo>
                    <a:pt x="5024113" y="3464"/>
                  </a:lnTo>
                  <a:lnTo>
                    <a:pt x="5029585" y="4698"/>
                  </a:lnTo>
                  <a:close/>
                </a:path>
                <a:path w="5295265" h="1884680">
                  <a:moveTo>
                    <a:pt x="5050983" y="1874646"/>
                  </a:moveTo>
                  <a:lnTo>
                    <a:pt x="4977508" y="1874646"/>
                  </a:lnTo>
                  <a:lnTo>
                    <a:pt x="5022718" y="1871284"/>
                  </a:lnTo>
                  <a:lnTo>
                    <a:pt x="5065956" y="1861523"/>
                  </a:lnTo>
                  <a:lnTo>
                    <a:pt x="5106730" y="1845857"/>
                  </a:lnTo>
                  <a:lnTo>
                    <a:pt x="5144550" y="1824776"/>
                  </a:lnTo>
                  <a:lnTo>
                    <a:pt x="5178922" y="1798773"/>
                  </a:lnTo>
                  <a:lnTo>
                    <a:pt x="5209356" y="1768340"/>
                  </a:lnTo>
                  <a:lnTo>
                    <a:pt x="5235359" y="1733967"/>
                  </a:lnTo>
                  <a:lnTo>
                    <a:pt x="5256439" y="1696148"/>
                  </a:lnTo>
                  <a:lnTo>
                    <a:pt x="5272106" y="1655373"/>
                  </a:lnTo>
                  <a:lnTo>
                    <a:pt x="5281866" y="1612135"/>
                  </a:lnTo>
                  <a:lnTo>
                    <a:pt x="5285229" y="1566926"/>
                  </a:lnTo>
                  <a:lnTo>
                    <a:pt x="5285229" y="317246"/>
                  </a:lnTo>
                  <a:lnTo>
                    <a:pt x="5281866" y="272036"/>
                  </a:lnTo>
                  <a:lnTo>
                    <a:pt x="5272106" y="228798"/>
                  </a:lnTo>
                  <a:lnTo>
                    <a:pt x="5256439" y="188023"/>
                  </a:lnTo>
                  <a:lnTo>
                    <a:pt x="5235359" y="150204"/>
                  </a:lnTo>
                  <a:lnTo>
                    <a:pt x="5209356" y="115831"/>
                  </a:lnTo>
                  <a:lnTo>
                    <a:pt x="5178922" y="85398"/>
                  </a:lnTo>
                  <a:lnTo>
                    <a:pt x="5144550" y="59395"/>
                  </a:lnTo>
                  <a:lnTo>
                    <a:pt x="5106730" y="38314"/>
                  </a:lnTo>
                  <a:lnTo>
                    <a:pt x="5065956" y="22648"/>
                  </a:lnTo>
                  <a:lnTo>
                    <a:pt x="5022718" y="12887"/>
                  </a:lnTo>
                  <a:lnTo>
                    <a:pt x="4977508" y="9524"/>
                  </a:lnTo>
                  <a:lnTo>
                    <a:pt x="5050977" y="9524"/>
                  </a:lnTo>
                  <a:lnTo>
                    <a:pt x="5110723" y="29663"/>
                  </a:lnTo>
                  <a:lnTo>
                    <a:pt x="5149713" y="51386"/>
                  </a:lnTo>
                  <a:lnTo>
                    <a:pt x="5185150" y="78184"/>
                  </a:lnTo>
                  <a:lnTo>
                    <a:pt x="5216526" y="109552"/>
                  </a:lnTo>
                  <a:lnTo>
                    <a:pt x="5243336" y="144985"/>
                  </a:lnTo>
                  <a:lnTo>
                    <a:pt x="5265070" y="183976"/>
                  </a:lnTo>
                  <a:lnTo>
                    <a:pt x="5281223" y="226020"/>
                  </a:lnTo>
                  <a:lnTo>
                    <a:pt x="5291287" y="270612"/>
                  </a:lnTo>
                  <a:lnTo>
                    <a:pt x="5294754" y="317246"/>
                  </a:lnTo>
                  <a:lnTo>
                    <a:pt x="5294754" y="1566926"/>
                  </a:lnTo>
                  <a:lnTo>
                    <a:pt x="5291393" y="1612135"/>
                  </a:lnTo>
                  <a:lnTo>
                    <a:pt x="5281233" y="1658105"/>
                  </a:lnTo>
                  <a:lnTo>
                    <a:pt x="5265091" y="1700140"/>
                  </a:lnTo>
                  <a:lnTo>
                    <a:pt x="5243368" y="1739130"/>
                  </a:lnTo>
                  <a:lnTo>
                    <a:pt x="5216569" y="1774567"/>
                  </a:lnTo>
                  <a:lnTo>
                    <a:pt x="5185201" y="1805944"/>
                  </a:lnTo>
                  <a:lnTo>
                    <a:pt x="5149769" y="1832753"/>
                  </a:lnTo>
                  <a:lnTo>
                    <a:pt x="5110778" y="1854488"/>
                  </a:lnTo>
                  <a:lnTo>
                    <a:pt x="5068733" y="1870641"/>
                  </a:lnTo>
                  <a:lnTo>
                    <a:pt x="5050983" y="1874646"/>
                  </a:lnTo>
                  <a:close/>
                </a:path>
                <a:path w="5295265" h="1884680">
                  <a:moveTo>
                    <a:pt x="4977508" y="1884171"/>
                  </a:moveTo>
                  <a:lnTo>
                    <a:pt x="317245" y="1884171"/>
                  </a:lnTo>
                  <a:lnTo>
                    <a:pt x="317245" y="1879473"/>
                  </a:lnTo>
                  <a:lnTo>
                    <a:pt x="4977508" y="1879473"/>
                  </a:lnTo>
                  <a:lnTo>
                    <a:pt x="4977508" y="1884171"/>
                  </a:lnTo>
                  <a:close/>
                </a:path>
                <a:path w="5295265" h="1884680">
                  <a:moveTo>
                    <a:pt x="4977508" y="1884171"/>
                  </a:moveTo>
                  <a:lnTo>
                    <a:pt x="4977508" y="1879473"/>
                  </a:lnTo>
                  <a:lnTo>
                    <a:pt x="5029599" y="1879473"/>
                  </a:lnTo>
                  <a:lnTo>
                    <a:pt x="5024142" y="1880704"/>
                  </a:lnTo>
                  <a:lnTo>
                    <a:pt x="4977508" y="1884171"/>
                  </a:lnTo>
                  <a:close/>
                </a:path>
              </a:pathLst>
            </a:custGeom>
            <a:solidFill>
              <a:srgbClr val="DBE3E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6263700" y="3136326"/>
              <a:ext cx="73660" cy="23495"/>
            </a:xfrm>
            <a:custGeom>
              <a:avLst/>
              <a:gdLst/>
              <a:ahLst/>
              <a:cxnLst/>
              <a:rect l="l" t="t" r="r" b="b"/>
              <a:pathLst>
                <a:path w="73660" h="23494">
                  <a:moveTo>
                    <a:pt x="0" y="23113"/>
                  </a:moveTo>
                  <a:lnTo>
                    <a:pt x="73152" y="23113"/>
                  </a:lnTo>
                  <a:lnTo>
                    <a:pt x="73152" y="0"/>
                  </a:lnTo>
                  <a:lnTo>
                    <a:pt x="0" y="0"/>
                  </a:lnTo>
                  <a:lnTo>
                    <a:pt x="0" y="23113"/>
                  </a:lnTo>
                  <a:close/>
                </a:path>
              </a:pathLst>
            </a:custGeom>
            <a:solidFill>
              <a:srgbClr val="000000">
                <a:alpha val="348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6263700" y="1261805"/>
              <a:ext cx="73660" cy="1874520"/>
            </a:xfrm>
            <a:custGeom>
              <a:avLst/>
              <a:gdLst/>
              <a:ahLst/>
              <a:cxnLst/>
              <a:rect l="l" t="t" r="r" b="b"/>
              <a:pathLst>
                <a:path w="73660" h="1874520">
                  <a:moveTo>
                    <a:pt x="73152" y="1874520"/>
                  </a:moveTo>
                  <a:lnTo>
                    <a:pt x="0" y="1874520"/>
                  </a:lnTo>
                  <a:lnTo>
                    <a:pt x="0" y="0"/>
                  </a:lnTo>
                  <a:lnTo>
                    <a:pt x="73152" y="0"/>
                  </a:lnTo>
                  <a:lnTo>
                    <a:pt x="73152" y="1874520"/>
                  </a:lnTo>
                  <a:close/>
                </a:path>
              </a:pathLst>
            </a:custGeom>
            <a:solidFill>
              <a:srgbClr val="EF8B2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/>
          <p:nvPr/>
        </p:nvSpPr>
        <p:spPr>
          <a:xfrm>
            <a:off x="6552691" y="1555267"/>
            <a:ext cx="4701540" cy="1234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005"/>
              </a:lnSpc>
              <a:spcBef>
                <a:spcPts val="100"/>
              </a:spcBef>
            </a:pPr>
            <a:r>
              <a:rPr dirty="0" sz="1700" b="1" i="1">
                <a:solidFill>
                  <a:srgbClr val="092649"/>
                </a:solidFill>
                <a:latin typeface="Arial"/>
                <a:cs typeface="Arial"/>
              </a:rPr>
              <a:t>Why</a:t>
            </a:r>
            <a:r>
              <a:rPr dirty="0" sz="1700" spc="-25" b="1" i="1">
                <a:solidFill>
                  <a:srgbClr val="092649"/>
                </a:solidFill>
                <a:latin typeface="Arial"/>
                <a:cs typeface="Arial"/>
              </a:rPr>
              <a:t> </a:t>
            </a:r>
            <a:r>
              <a:rPr dirty="0" sz="1700" b="1" i="1">
                <a:solidFill>
                  <a:srgbClr val="092649"/>
                </a:solidFill>
                <a:latin typeface="Arial"/>
                <a:cs typeface="Arial"/>
              </a:rPr>
              <a:t>Existing</a:t>
            </a:r>
            <a:r>
              <a:rPr dirty="0" sz="1700" spc="-25" b="1" i="1">
                <a:solidFill>
                  <a:srgbClr val="092649"/>
                </a:solidFill>
                <a:latin typeface="Arial"/>
                <a:cs typeface="Arial"/>
              </a:rPr>
              <a:t> </a:t>
            </a:r>
            <a:r>
              <a:rPr dirty="0" sz="1700" b="1" i="1">
                <a:solidFill>
                  <a:srgbClr val="092649"/>
                </a:solidFill>
                <a:latin typeface="Arial"/>
                <a:cs typeface="Arial"/>
              </a:rPr>
              <a:t>Options</a:t>
            </a:r>
            <a:r>
              <a:rPr dirty="0" sz="1700" spc="-25" b="1" i="1">
                <a:solidFill>
                  <a:srgbClr val="092649"/>
                </a:solidFill>
                <a:latin typeface="Arial"/>
                <a:cs typeface="Arial"/>
              </a:rPr>
              <a:t> </a:t>
            </a:r>
            <a:r>
              <a:rPr dirty="0" sz="1700" b="1" i="1">
                <a:solidFill>
                  <a:srgbClr val="092649"/>
                </a:solidFill>
                <a:latin typeface="Arial"/>
                <a:cs typeface="Arial"/>
              </a:rPr>
              <a:t>Fall</a:t>
            </a:r>
            <a:r>
              <a:rPr dirty="0" sz="1700" spc="-25" b="1" i="1">
                <a:solidFill>
                  <a:srgbClr val="092649"/>
                </a:solidFill>
                <a:latin typeface="Arial"/>
                <a:cs typeface="Arial"/>
              </a:rPr>
              <a:t> </a:t>
            </a:r>
            <a:r>
              <a:rPr dirty="0" sz="1700" spc="-10" b="1" i="1">
                <a:solidFill>
                  <a:srgbClr val="092649"/>
                </a:solidFill>
                <a:latin typeface="Arial"/>
                <a:cs typeface="Arial"/>
              </a:rPr>
              <a:t>Short</a:t>
            </a:r>
            <a:endParaRPr sz="1700">
              <a:latin typeface="Arial"/>
              <a:cs typeface="Arial"/>
            </a:endParaRPr>
          </a:p>
          <a:p>
            <a:pPr marL="12700" marR="5080">
              <a:lnSpc>
                <a:spcPts val="1880"/>
              </a:lnSpc>
              <a:spcBef>
                <a:spcPts val="60"/>
              </a:spcBef>
            </a:pPr>
            <a:r>
              <a:rPr dirty="0" sz="1600">
                <a:solidFill>
                  <a:srgbClr val="161D29"/>
                </a:solidFill>
                <a:latin typeface="Arial MT"/>
                <a:cs typeface="Arial MT"/>
              </a:rPr>
              <a:t>Static</a:t>
            </a:r>
            <a:r>
              <a:rPr dirty="0" sz="1600" spc="-20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600">
                <a:solidFill>
                  <a:srgbClr val="161D29"/>
                </a:solidFill>
                <a:latin typeface="Arial MT"/>
                <a:cs typeface="Arial MT"/>
              </a:rPr>
              <a:t>listings</a:t>
            </a:r>
            <a:r>
              <a:rPr dirty="0" sz="1600" spc="-20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600">
                <a:solidFill>
                  <a:srgbClr val="161D29"/>
                </a:solidFill>
                <a:latin typeface="Arial MT"/>
                <a:cs typeface="Arial MT"/>
              </a:rPr>
              <a:t>and</a:t>
            </a:r>
            <a:r>
              <a:rPr dirty="0" sz="1600" spc="-20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600">
                <a:solidFill>
                  <a:srgbClr val="161D29"/>
                </a:solidFill>
                <a:latin typeface="Arial MT"/>
                <a:cs typeface="Arial MT"/>
              </a:rPr>
              <a:t>conventional</a:t>
            </a:r>
            <a:r>
              <a:rPr dirty="0" sz="1600" spc="-20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600">
                <a:solidFill>
                  <a:srgbClr val="161D29"/>
                </a:solidFill>
                <a:latin typeface="Arial MT"/>
                <a:cs typeface="Arial MT"/>
              </a:rPr>
              <a:t>parking</a:t>
            </a:r>
            <a:r>
              <a:rPr dirty="0" sz="1600" spc="-20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600">
                <a:solidFill>
                  <a:srgbClr val="161D29"/>
                </a:solidFill>
                <a:latin typeface="Arial MT"/>
                <a:cs typeface="Arial MT"/>
              </a:rPr>
              <a:t>apps</a:t>
            </a:r>
            <a:r>
              <a:rPr dirty="0" sz="1600" spc="-20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600">
                <a:solidFill>
                  <a:srgbClr val="161D29"/>
                </a:solidFill>
                <a:latin typeface="Arial MT"/>
                <a:cs typeface="Arial MT"/>
              </a:rPr>
              <a:t>do</a:t>
            </a:r>
            <a:r>
              <a:rPr dirty="0" sz="1600" spc="-20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600" spc="-25">
                <a:solidFill>
                  <a:srgbClr val="161D29"/>
                </a:solidFill>
                <a:latin typeface="Arial MT"/>
                <a:cs typeface="Arial MT"/>
              </a:rPr>
              <a:t>not </a:t>
            </a:r>
            <a:r>
              <a:rPr dirty="0" sz="1600">
                <a:solidFill>
                  <a:srgbClr val="161D29"/>
                </a:solidFill>
                <a:latin typeface="Arial MT"/>
                <a:cs typeface="Arial MT"/>
              </a:rPr>
              <a:t>fully</a:t>
            </a:r>
            <a:r>
              <a:rPr dirty="0" sz="1600" spc="-15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600">
                <a:solidFill>
                  <a:srgbClr val="161D29"/>
                </a:solidFill>
                <a:latin typeface="Arial MT"/>
                <a:cs typeface="Arial MT"/>
              </a:rPr>
              <a:t>connect</a:t>
            </a:r>
            <a:r>
              <a:rPr dirty="0" sz="1600" spc="-10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600">
                <a:solidFill>
                  <a:srgbClr val="161D29"/>
                </a:solidFill>
                <a:latin typeface="Arial MT"/>
                <a:cs typeface="Arial MT"/>
              </a:rPr>
              <a:t>local</a:t>
            </a:r>
            <a:r>
              <a:rPr dirty="0" sz="1600" spc="-10">
                <a:solidFill>
                  <a:srgbClr val="161D29"/>
                </a:solidFill>
                <a:latin typeface="Arial MT"/>
                <a:cs typeface="Arial MT"/>
              </a:rPr>
              <a:t> private-</a:t>
            </a:r>
            <a:r>
              <a:rPr dirty="0" sz="1600">
                <a:solidFill>
                  <a:srgbClr val="161D29"/>
                </a:solidFill>
                <a:latin typeface="Arial MT"/>
                <a:cs typeface="Arial MT"/>
              </a:rPr>
              <a:t>space</a:t>
            </a:r>
            <a:r>
              <a:rPr dirty="0" sz="1600" spc="-10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600">
                <a:solidFill>
                  <a:srgbClr val="161D29"/>
                </a:solidFill>
                <a:latin typeface="Arial MT"/>
                <a:cs typeface="Arial MT"/>
              </a:rPr>
              <a:t>owners</a:t>
            </a:r>
            <a:r>
              <a:rPr dirty="0" sz="1600" spc="-15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600">
                <a:solidFill>
                  <a:srgbClr val="161D29"/>
                </a:solidFill>
                <a:latin typeface="Arial MT"/>
                <a:cs typeface="Arial MT"/>
              </a:rPr>
              <a:t>with</a:t>
            </a:r>
            <a:r>
              <a:rPr dirty="0" sz="1600" spc="-10">
                <a:solidFill>
                  <a:srgbClr val="161D29"/>
                </a:solidFill>
                <a:latin typeface="Arial MT"/>
                <a:cs typeface="Arial MT"/>
              </a:rPr>
              <a:t> drivers </a:t>
            </a:r>
            <a:r>
              <a:rPr dirty="0" sz="1600">
                <a:solidFill>
                  <a:srgbClr val="161D29"/>
                </a:solidFill>
                <a:latin typeface="Arial MT"/>
                <a:cs typeface="Arial MT"/>
              </a:rPr>
              <a:t>or</a:t>
            </a:r>
            <a:r>
              <a:rPr dirty="0" sz="1600" spc="-15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600">
                <a:solidFill>
                  <a:srgbClr val="161D29"/>
                </a:solidFill>
                <a:latin typeface="Arial MT"/>
                <a:cs typeface="Arial MT"/>
              </a:rPr>
              <a:t>provide</a:t>
            </a:r>
            <a:r>
              <a:rPr dirty="0" sz="1600" spc="-15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600" spc="-10">
                <a:solidFill>
                  <a:srgbClr val="161D29"/>
                </a:solidFill>
                <a:latin typeface="Arial MT"/>
                <a:cs typeface="Arial MT"/>
              </a:rPr>
              <a:t>context-</a:t>
            </a:r>
            <a:r>
              <a:rPr dirty="0" sz="1600">
                <a:solidFill>
                  <a:srgbClr val="161D29"/>
                </a:solidFill>
                <a:latin typeface="Arial MT"/>
                <a:cs typeface="Arial MT"/>
              </a:rPr>
              <a:t>aware</a:t>
            </a:r>
            <a:r>
              <a:rPr dirty="0" sz="1600" spc="-10">
                <a:solidFill>
                  <a:srgbClr val="161D29"/>
                </a:solidFill>
                <a:latin typeface="Arial MT"/>
                <a:cs typeface="Arial MT"/>
              </a:rPr>
              <a:t> AI-</a:t>
            </a:r>
            <a:r>
              <a:rPr dirty="0" sz="1600">
                <a:solidFill>
                  <a:srgbClr val="161D29"/>
                </a:solidFill>
                <a:latin typeface="Arial MT"/>
                <a:cs typeface="Arial MT"/>
              </a:rPr>
              <a:t>assisted</a:t>
            </a:r>
            <a:r>
              <a:rPr dirty="0" sz="1600" spc="-15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600">
                <a:solidFill>
                  <a:srgbClr val="161D29"/>
                </a:solidFill>
                <a:latin typeface="Arial MT"/>
                <a:cs typeface="Arial MT"/>
              </a:rPr>
              <a:t>ranking</a:t>
            </a:r>
            <a:r>
              <a:rPr dirty="0" sz="1600" spc="-10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600" spc="-25">
                <a:solidFill>
                  <a:srgbClr val="161D29"/>
                </a:solidFill>
                <a:latin typeface="Arial MT"/>
                <a:cs typeface="Arial MT"/>
              </a:rPr>
              <a:t>and </a:t>
            </a:r>
            <a:r>
              <a:rPr dirty="0" sz="1600">
                <a:solidFill>
                  <a:srgbClr val="161D29"/>
                </a:solidFill>
                <a:latin typeface="Arial MT"/>
                <a:cs typeface="Arial MT"/>
              </a:rPr>
              <a:t>pricing</a:t>
            </a:r>
            <a:r>
              <a:rPr dirty="0" sz="1600" spc="-15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600" spc="-10">
                <a:solidFill>
                  <a:srgbClr val="161D29"/>
                </a:solidFill>
                <a:latin typeface="Arial MT"/>
                <a:cs typeface="Arial MT"/>
              </a:rPr>
              <a:t>insights.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64539" y="3581180"/>
            <a:ext cx="8401050" cy="2088514"/>
          </a:xfrm>
          <a:prstGeom prst="rect">
            <a:avLst/>
          </a:prstGeom>
        </p:spPr>
        <p:txBody>
          <a:bodyPr wrap="square" lIns="0" tIns="673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dirty="0" sz="2200" b="1" i="1">
                <a:solidFill>
                  <a:srgbClr val="092649"/>
                </a:solidFill>
                <a:latin typeface="Arial"/>
                <a:cs typeface="Arial"/>
              </a:rPr>
              <a:t>Project</a:t>
            </a:r>
            <a:r>
              <a:rPr dirty="0" sz="2200" spc="-80" b="1" i="1">
                <a:solidFill>
                  <a:srgbClr val="092649"/>
                </a:solidFill>
                <a:latin typeface="Arial"/>
                <a:cs typeface="Arial"/>
              </a:rPr>
              <a:t> </a:t>
            </a:r>
            <a:r>
              <a:rPr dirty="0" sz="2200" spc="-10" b="1" i="1">
                <a:solidFill>
                  <a:srgbClr val="092649"/>
                </a:solidFill>
                <a:latin typeface="Arial"/>
                <a:cs typeface="Arial"/>
              </a:rPr>
              <a:t>Objective</a:t>
            </a:r>
            <a:endParaRPr sz="2200">
              <a:latin typeface="Arial"/>
              <a:cs typeface="Arial"/>
            </a:endParaRPr>
          </a:p>
          <a:p>
            <a:pPr marL="193675" indent="-135890">
              <a:lnSpc>
                <a:spcPct val="100000"/>
              </a:lnSpc>
              <a:spcBef>
                <a:spcPts val="334"/>
              </a:spcBef>
              <a:buChar char="•"/>
              <a:tabLst>
                <a:tab pos="193675" algn="l"/>
              </a:tabLst>
            </a:pPr>
            <a:r>
              <a:rPr dirty="0" sz="1700">
                <a:solidFill>
                  <a:srgbClr val="161D29"/>
                </a:solidFill>
                <a:latin typeface="Arial MT"/>
                <a:cs typeface="Arial MT"/>
              </a:rPr>
              <a:t>Create</a:t>
            </a:r>
            <a:r>
              <a:rPr dirty="0" sz="1700" spc="-55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700">
                <a:solidFill>
                  <a:srgbClr val="161D29"/>
                </a:solidFill>
                <a:latin typeface="Arial MT"/>
                <a:cs typeface="Arial MT"/>
              </a:rPr>
              <a:t>a</a:t>
            </a:r>
            <a:r>
              <a:rPr dirty="0" sz="1700" spc="-55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700">
                <a:solidFill>
                  <a:srgbClr val="161D29"/>
                </a:solidFill>
                <a:latin typeface="Arial MT"/>
                <a:cs typeface="Arial MT"/>
              </a:rPr>
              <a:t>trusted</a:t>
            </a:r>
            <a:r>
              <a:rPr dirty="0" sz="1700" spc="-50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700">
                <a:solidFill>
                  <a:srgbClr val="161D29"/>
                </a:solidFill>
                <a:latin typeface="Arial MT"/>
                <a:cs typeface="Arial MT"/>
              </a:rPr>
              <a:t>marketplace</a:t>
            </a:r>
            <a:r>
              <a:rPr dirty="0" sz="1700" spc="-55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700">
                <a:solidFill>
                  <a:srgbClr val="161D29"/>
                </a:solidFill>
                <a:latin typeface="Arial MT"/>
                <a:cs typeface="Arial MT"/>
              </a:rPr>
              <a:t>where</a:t>
            </a:r>
            <a:r>
              <a:rPr dirty="0" sz="1700" spc="-50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700">
                <a:solidFill>
                  <a:srgbClr val="161D29"/>
                </a:solidFill>
                <a:latin typeface="Arial MT"/>
                <a:cs typeface="Arial MT"/>
              </a:rPr>
              <a:t>owners</a:t>
            </a:r>
            <a:r>
              <a:rPr dirty="0" sz="1700" spc="-55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700">
                <a:solidFill>
                  <a:srgbClr val="161D29"/>
                </a:solidFill>
                <a:latin typeface="Arial MT"/>
                <a:cs typeface="Arial MT"/>
              </a:rPr>
              <a:t>can</a:t>
            </a:r>
            <a:r>
              <a:rPr dirty="0" sz="1700" spc="-55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700">
                <a:solidFill>
                  <a:srgbClr val="161D29"/>
                </a:solidFill>
                <a:latin typeface="Arial MT"/>
                <a:cs typeface="Arial MT"/>
              </a:rPr>
              <a:t>list</a:t>
            </a:r>
            <a:r>
              <a:rPr dirty="0" sz="1700" spc="-50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700">
                <a:solidFill>
                  <a:srgbClr val="161D29"/>
                </a:solidFill>
                <a:latin typeface="Arial MT"/>
                <a:cs typeface="Arial MT"/>
              </a:rPr>
              <a:t>unused</a:t>
            </a:r>
            <a:r>
              <a:rPr dirty="0" sz="1700" spc="-55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700">
                <a:solidFill>
                  <a:srgbClr val="161D29"/>
                </a:solidFill>
                <a:latin typeface="Arial MT"/>
                <a:cs typeface="Arial MT"/>
              </a:rPr>
              <a:t>parking</a:t>
            </a:r>
            <a:r>
              <a:rPr dirty="0" sz="1700" spc="-50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700" spc="-10">
                <a:solidFill>
                  <a:srgbClr val="161D29"/>
                </a:solidFill>
                <a:latin typeface="Arial MT"/>
                <a:cs typeface="Arial MT"/>
              </a:rPr>
              <a:t>spaces.</a:t>
            </a:r>
            <a:endParaRPr sz="1700">
              <a:latin typeface="Arial MT"/>
              <a:cs typeface="Arial MT"/>
            </a:endParaRPr>
          </a:p>
          <a:p>
            <a:pPr marL="193675" indent="-135890">
              <a:lnSpc>
                <a:spcPct val="100000"/>
              </a:lnSpc>
              <a:spcBef>
                <a:spcPts val="660"/>
              </a:spcBef>
              <a:buChar char="•"/>
              <a:tabLst>
                <a:tab pos="193675" algn="l"/>
              </a:tabLst>
            </a:pPr>
            <a:r>
              <a:rPr dirty="0" sz="1700">
                <a:solidFill>
                  <a:srgbClr val="161D29"/>
                </a:solidFill>
                <a:latin typeface="Arial MT"/>
                <a:cs typeface="Arial MT"/>
              </a:rPr>
              <a:t>Help</a:t>
            </a:r>
            <a:r>
              <a:rPr dirty="0" sz="1700" spc="-55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700">
                <a:solidFill>
                  <a:srgbClr val="161D29"/>
                </a:solidFill>
                <a:latin typeface="Arial MT"/>
                <a:cs typeface="Arial MT"/>
              </a:rPr>
              <a:t>drivers</a:t>
            </a:r>
            <a:r>
              <a:rPr dirty="0" sz="1700" spc="-50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700">
                <a:solidFill>
                  <a:srgbClr val="161D29"/>
                </a:solidFill>
                <a:latin typeface="Arial MT"/>
                <a:cs typeface="Arial MT"/>
              </a:rPr>
              <a:t>discover</a:t>
            </a:r>
            <a:r>
              <a:rPr dirty="0" sz="1700" spc="-55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700">
                <a:solidFill>
                  <a:srgbClr val="161D29"/>
                </a:solidFill>
                <a:latin typeface="Arial MT"/>
                <a:cs typeface="Arial MT"/>
              </a:rPr>
              <a:t>and</a:t>
            </a:r>
            <a:r>
              <a:rPr dirty="0" sz="1700" spc="-50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700">
                <a:solidFill>
                  <a:srgbClr val="161D29"/>
                </a:solidFill>
                <a:latin typeface="Arial MT"/>
                <a:cs typeface="Arial MT"/>
              </a:rPr>
              <a:t>book</a:t>
            </a:r>
            <a:r>
              <a:rPr dirty="0" sz="1700" spc="-55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700">
                <a:solidFill>
                  <a:srgbClr val="161D29"/>
                </a:solidFill>
                <a:latin typeface="Arial MT"/>
                <a:cs typeface="Arial MT"/>
              </a:rPr>
              <a:t>suitable</a:t>
            </a:r>
            <a:r>
              <a:rPr dirty="0" sz="1700" spc="-50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700">
                <a:solidFill>
                  <a:srgbClr val="161D29"/>
                </a:solidFill>
                <a:latin typeface="Arial MT"/>
                <a:cs typeface="Arial MT"/>
              </a:rPr>
              <a:t>parking</a:t>
            </a:r>
            <a:r>
              <a:rPr dirty="0" sz="1700" spc="-55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700">
                <a:solidFill>
                  <a:srgbClr val="161D29"/>
                </a:solidFill>
                <a:latin typeface="Arial MT"/>
                <a:cs typeface="Arial MT"/>
              </a:rPr>
              <a:t>based</a:t>
            </a:r>
            <a:r>
              <a:rPr dirty="0" sz="1700" spc="-50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700">
                <a:solidFill>
                  <a:srgbClr val="161D29"/>
                </a:solidFill>
                <a:latin typeface="Arial MT"/>
                <a:cs typeface="Arial MT"/>
              </a:rPr>
              <a:t>on</a:t>
            </a:r>
            <a:r>
              <a:rPr dirty="0" sz="1700" spc="-50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700">
                <a:solidFill>
                  <a:srgbClr val="161D29"/>
                </a:solidFill>
                <a:latin typeface="Arial MT"/>
                <a:cs typeface="Arial MT"/>
              </a:rPr>
              <a:t>real</a:t>
            </a:r>
            <a:r>
              <a:rPr dirty="0" sz="1700" spc="-55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700">
                <a:solidFill>
                  <a:srgbClr val="161D29"/>
                </a:solidFill>
                <a:latin typeface="Arial MT"/>
                <a:cs typeface="Arial MT"/>
              </a:rPr>
              <a:t>availability</a:t>
            </a:r>
            <a:r>
              <a:rPr dirty="0" sz="1700" spc="-50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700">
                <a:solidFill>
                  <a:srgbClr val="161D29"/>
                </a:solidFill>
                <a:latin typeface="Arial MT"/>
                <a:cs typeface="Arial MT"/>
              </a:rPr>
              <a:t>and</a:t>
            </a:r>
            <a:r>
              <a:rPr dirty="0" sz="1700" spc="-55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700" spc="-10">
                <a:solidFill>
                  <a:srgbClr val="161D29"/>
                </a:solidFill>
                <a:latin typeface="Arial MT"/>
                <a:cs typeface="Arial MT"/>
              </a:rPr>
              <a:t>context.</a:t>
            </a:r>
            <a:endParaRPr sz="1700">
              <a:latin typeface="Arial MT"/>
              <a:cs typeface="Arial MT"/>
            </a:endParaRPr>
          </a:p>
          <a:p>
            <a:pPr marL="193675" indent="-135890">
              <a:lnSpc>
                <a:spcPct val="100000"/>
              </a:lnSpc>
              <a:spcBef>
                <a:spcPts val="660"/>
              </a:spcBef>
              <a:buChar char="•"/>
              <a:tabLst>
                <a:tab pos="193675" algn="l"/>
              </a:tabLst>
            </a:pPr>
            <a:r>
              <a:rPr dirty="0" sz="1700">
                <a:solidFill>
                  <a:srgbClr val="161D29"/>
                </a:solidFill>
                <a:latin typeface="Arial MT"/>
                <a:cs typeface="Arial MT"/>
              </a:rPr>
              <a:t>Use</a:t>
            </a:r>
            <a:r>
              <a:rPr dirty="0" sz="1700" spc="-40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700">
                <a:solidFill>
                  <a:srgbClr val="161D29"/>
                </a:solidFill>
                <a:latin typeface="Arial MT"/>
                <a:cs typeface="Arial MT"/>
              </a:rPr>
              <a:t>IBM</a:t>
            </a:r>
            <a:r>
              <a:rPr dirty="0" sz="1700" spc="-40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700">
                <a:solidFill>
                  <a:srgbClr val="161D29"/>
                </a:solidFill>
                <a:latin typeface="Arial MT"/>
                <a:cs typeface="Arial MT"/>
              </a:rPr>
              <a:t>Granite</a:t>
            </a:r>
            <a:r>
              <a:rPr dirty="0" sz="1700" spc="-45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700">
                <a:solidFill>
                  <a:srgbClr val="161D29"/>
                </a:solidFill>
                <a:latin typeface="Arial MT"/>
                <a:cs typeface="Arial MT"/>
              </a:rPr>
              <a:t>for</a:t>
            </a:r>
            <a:r>
              <a:rPr dirty="0" sz="1700" spc="-35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700" spc="-20">
                <a:solidFill>
                  <a:srgbClr val="161D29"/>
                </a:solidFill>
                <a:latin typeface="Arial MT"/>
                <a:cs typeface="Arial MT"/>
              </a:rPr>
              <a:t>AI-</a:t>
            </a:r>
            <a:r>
              <a:rPr dirty="0" sz="1700">
                <a:solidFill>
                  <a:srgbClr val="161D29"/>
                </a:solidFill>
                <a:latin typeface="Arial MT"/>
                <a:cs typeface="Arial MT"/>
              </a:rPr>
              <a:t>assisted</a:t>
            </a:r>
            <a:r>
              <a:rPr dirty="0" sz="1700" spc="-40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700" spc="-10">
                <a:solidFill>
                  <a:srgbClr val="161D29"/>
                </a:solidFill>
                <a:latin typeface="Arial MT"/>
                <a:cs typeface="Arial MT"/>
              </a:rPr>
              <a:t>recommendations</a:t>
            </a:r>
            <a:r>
              <a:rPr dirty="0" sz="1700" spc="-40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700">
                <a:solidFill>
                  <a:srgbClr val="161D29"/>
                </a:solidFill>
                <a:latin typeface="Arial MT"/>
                <a:cs typeface="Arial MT"/>
              </a:rPr>
              <a:t>and</a:t>
            </a:r>
            <a:r>
              <a:rPr dirty="0" sz="1700" spc="-40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700">
                <a:solidFill>
                  <a:srgbClr val="161D29"/>
                </a:solidFill>
                <a:latin typeface="Arial MT"/>
                <a:cs typeface="Arial MT"/>
              </a:rPr>
              <a:t>demand</a:t>
            </a:r>
            <a:r>
              <a:rPr dirty="0" sz="1700" spc="-40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700" spc="-10">
                <a:solidFill>
                  <a:srgbClr val="161D29"/>
                </a:solidFill>
                <a:latin typeface="Arial MT"/>
                <a:cs typeface="Arial MT"/>
              </a:rPr>
              <a:t>insights.</a:t>
            </a:r>
            <a:endParaRPr sz="1700">
              <a:latin typeface="Arial MT"/>
              <a:cs typeface="Arial MT"/>
            </a:endParaRPr>
          </a:p>
          <a:p>
            <a:pPr marL="193675" indent="-135890">
              <a:lnSpc>
                <a:spcPct val="100000"/>
              </a:lnSpc>
              <a:spcBef>
                <a:spcPts val="660"/>
              </a:spcBef>
              <a:buChar char="•"/>
              <a:tabLst>
                <a:tab pos="193675" algn="l"/>
              </a:tabLst>
            </a:pPr>
            <a:r>
              <a:rPr dirty="0" sz="1700">
                <a:solidFill>
                  <a:srgbClr val="161D29"/>
                </a:solidFill>
                <a:latin typeface="Arial MT"/>
                <a:cs typeface="Arial MT"/>
              </a:rPr>
              <a:t>Protect</a:t>
            </a:r>
            <a:r>
              <a:rPr dirty="0" sz="1700" spc="-40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700">
                <a:solidFill>
                  <a:srgbClr val="161D29"/>
                </a:solidFill>
                <a:latin typeface="Arial MT"/>
                <a:cs typeface="Arial MT"/>
              </a:rPr>
              <a:t>the</a:t>
            </a:r>
            <a:r>
              <a:rPr dirty="0" sz="1700" spc="-40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700">
                <a:solidFill>
                  <a:srgbClr val="161D29"/>
                </a:solidFill>
                <a:latin typeface="Arial MT"/>
                <a:cs typeface="Arial MT"/>
              </a:rPr>
              <a:t>platform</a:t>
            </a:r>
            <a:r>
              <a:rPr dirty="0" sz="1700" spc="-45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700">
                <a:solidFill>
                  <a:srgbClr val="161D29"/>
                </a:solidFill>
                <a:latin typeface="Arial MT"/>
                <a:cs typeface="Arial MT"/>
              </a:rPr>
              <a:t>with</a:t>
            </a:r>
            <a:r>
              <a:rPr dirty="0" sz="1700" spc="-35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700" spc="-10">
                <a:solidFill>
                  <a:srgbClr val="161D29"/>
                </a:solidFill>
                <a:latin typeface="Arial MT"/>
                <a:cs typeface="Arial MT"/>
              </a:rPr>
              <a:t>authenticated</a:t>
            </a:r>
            <a:r>
              <a:rPr dirty="0" sz="1700" spc="-40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700">
                <a:solidFill>
                  <a:srgbClr val="161D29"/>
                </a:solidFill>
                <a:latin typeface="Arial MT"/>
                <a:cs typeface="Arial MT"/>
              </a:rPr>
              <a:t>APIs</a:t>
            </a:r>
            <a:r>
              <a:rPr dirty="0" sz="1700" spc="-40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700">
                <a:solidFill>
                  <a:srgbClr val="161D29"/>
                </a:solidFill>
                <a:latin typeface="Arial MT"/>
                <a:cs typeface="Arial MT"/>
              </a:rPr>
              <a:t>and</a:t>
            </a:r>
            <a:r>
              <a:rPr dirty="0" sz="1700" spc="-35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700" spc="-10">
                <a:solidFill>
                  <a:srgbClr val="161D29"/>
                </a:solidFill>
                <a:latin typeface="Arial MT"/>
                <a:cs typeface="Arial MT"/>
              </a:rPr>
              <a:t>server-</a:t>
            </a:r>
            <a:r>
              <a:rPr dirty="0" sz="1700">
                <a:solidFill>
                  <a:srgbClr val="161D29"/>
                </a:solidFill>
                <a:latin typeface="Arial MT"/>
                <a:cs typeface="Arial MT"/>
              </a:rPr>
              <a:t>side</a:t>
            </a:r>
            <a:r>
              <a:rPr dirty="0" sz="1700" spc="-40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700">
                <a:solidFill>
                  <a:srgbClr val="161D29"/>
                </a:solidFill>
                <a:latin typeface="Arial MT"/>
                <a:cs typeface="Arial MT"/>
              </a:rPr>
              <a:t>AI</a:t>
            </a:r>
            <a:r>
              <a:rPr dirty="0" sz="1700" spc="-45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700" spc="-10">
                <a:solidFill>
                  <a:srgbClr val="161D29"/>
                </a:solidFill>
                <a:latin typeface="Arial MT"/>
                <a:cs typeface="Arial MT"/>
              </a:rPr>
              <a:t>validation.</a:t>
            </a:r>
            <a:endParaRPr sz="1700">
              <a:latin typeface="Arial MT"/>
              <a:cs typeface="Arial MT"/>
            </a:endParaRPr>
          </a:p>
          <a:p>
            <a:pPr marL="193675" indent="-135890">
              <a:lnSpc>
                <a:spcPct val="100000"/>
              </a:lnSpc>
              <a:spcBef>
                <a:spcPts val="660"/>
              </a:spcBef>
              <a:buChar char="•"/>
              <a:tabLst>
                <a:tab pos="193675" algn="l"/>
              </a:tabLst>
            </a:pPr>
            <a:r>
              <a:rPr dirty="0" sz="1700">
                <a:solidFill>
                  <a:srgbClr val="161D29"/>
                </a:solidFill>
                <a:latin typeface="Arial MT"/>
                <a:cs typeface="Arial MT"/>
              </a:rPr>
              <a:t>Provide</a:t>
            </a:r>
            <a:r>
              <a:rPr dirty="0" sz="1700" spc="-75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700">
                <a:solidFill>
                  <a:srgbClr val="161D29"/>
                </a:solidFill>
                <a:latin typeface="Arial MT"/>
                <a:cs typeface="Arial MT"/>
              </a:rPr>
              <a:t>separate</a:t>
            </a:r>
            <a:r>
              <a:rPr dirty="0" sz="1700" spc="-70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700">
                <a:solidFill>
                  <a:srgbClr val="161D29"/>
                </a:solidFill>
                <a:latin typeface="Arial MT"/>
                <a:cs typeface="Arial MT"/>
              </a:rPr>
              <a:t>driver,</a:t>
            </a:r>
            <a:r>
              <a:rPr dirty="0" sz="1700" spc="-70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700">
                <a:solidFill>
                  <a:srgbClr val="161D29"/>
                </a:solidFill>
                <a:latin typeface="Arial MT"/>
                <a:cs typeface="Arial MT"/>
              </a:rPr>
              <a:t>owner,</a:t>
            </a:r>
            <a:r>
              <a:rPr dirty="0" sz="1700" spc="-70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700">
                <a:solidFill>
                  <a:srgbClr val="161D29"/>
                </a:solidFill>
                <a:latin typeface="Arial MT"/>
                <a:cs typeface="Arial MT"/>
              </a:rPr>
              <a:t>and</a:t>
            </a:r>
            <a:r>
              <a:rPr dirty="0" sz="1700" spc="-70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700">
                <a:solidFill>
                  <a:srgbClr val="161D29"/>
                </a:solidFill>
                <a:latin typeface="Arial MT"/>
                <a:cs typeface="Arial MT"/>
              </a:rPr>
              <a:t>administrator</a:t>
            </a:r>
            <a:r>
              <a:rPr dirty="0" sz="1700" spc="-70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700" spc="-10">
                <a:solidFill>
                  <a:srgbClr val="161D29"/>
                </a:solidFill>
                <a:latin typeface="Arial MT"/>
                <a:cs typeface="Arial MT"/>
              </a:rPr>
              <a:t>workflows.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9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/>
              <a:t>ParkShare •</a:t>
            </a:r>
            <a:r>
              <a:rPr dirty="0" spc="495"/>
              <a:t> </a:t>
            </a:r>
            <a:r>
              <a:rPr dirty="0"/>
              <a:t>IBM University </a:t>
            </a:r>
            <a:r>
              <a:rPr dirty="0" spc="-10"/>
              <a:t>Engagement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11290520" y="6575129"/>
            <a:ext cx="153035" cy="153670"/>
          </a:xfrm>
          <a:prstGeom prst="rect">
            <a:avLst/>
          </a:prstGeom>
        </p:spPr>
        <p:txBody>
          <a:bodyPr wrap="square" lIns="0" tIns="19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900" spc="-25" b="1" i="1">
                <a:solidFill>
                  <a:srgbClr val="667386"/>
                </a:solidFill>
                <a:latin typeface="Arial"/>
                <a:cs typeface="Arial"/>
              </a:rPr>
              <a:t>03</a:t>
            </a:r>
            <a:endParaRPr sz="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object 23" descr="$PPTXTitle"/>
          <p:cNvSpPr txBox="1">
            <a:spLocks noGrp="1"/>
          </p:cNvSpPr>
          <p:nvPr>
            <p:ph type="title"/>
          </p:nvPr>
        </p:nvSpPr>
        <p:spPr>
          <a:xfrm>
            <a:off x="673099" y="602364"/>
            <a:ext cx="3192145" cy="4521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Proposed</a:t>
            </a:r>
            <a:r>
              <a:rPr dirty="0" spc="-95"/>
              <a:t> </a:t>
            </a:r>
            <a:r>
              <a:rPr dirty="0" spc="-10"/>
              <a:t>Solution</a:t>
            </a:r>
          </a:p>
        </p:txBody>
      </p:sp>
      <p:grpSp>
        <p:nvGrpSpPr>
          <p:cNvPr id="2" name="object 2"/>
          <p:cNvGrpSpPr/>
          <p:nvPr/>
        </p:nvGrpSpPr>
        <p:grpSpPr>
          <a:xfrm>
            <a:off x="749299" y="1090028"/>
            <a:ext cx="1005840" cy="78105"/>
            <a:chOff x="749299" y="1090028"/>
            <a:chExt cx="1005840" cy="78105"/>
          </a:xfrm>
        </p:grpSpPr>
        <p:sp>
          <p:nvSpPr>
            <p:cNvPr id="3" name="object 3"/>
            <p:cNvSpPr/>
            <p:nvPr/>
          </p:nvSpPr>
          <p:spPr>
            <a:xfrm>
              <a:off x="749299" y="1144891"/>
              <a:ext cx="1005840" cy="23495"/>
            </a:xfrm>
            <a:custGeom>
              <a:avLst/>
              <a:gdLst/>
              <a:ahLst/>
              <a:cxnLst/>
              <a:rect l="l" t="t" r="r" b="b"/>
              <a:pathLst>
                <a:path w="1005839" h="23494">
                  <a:moveTo>
                    <a:pt x="0" y="22986"/>
                  </a:moveTo>
                  <a:lnTo>
                    <a:pt x="1005837" y="22986"/>
                  </a:lnTo>
                  <a:lnTo>
                    <a:pt x="1005837" y="0"/>
                  </a:lnTo>
                  <a:lnTo>
                    <a:pt x="0" y="0"/>
                  </a:lnTo>
                  <a:lnTo>
                    <a:pt x="0" y="22986"/>
                  </a:lnTo>
                  <a:close/>
                </a:path>
              </a:pathLst>
            </a:custGeom>
            <a:solidFill>
              <a:srgbClr val="000000">
                <a:alpha val="348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749299" y="1090028"/>
              <a:ext cx="1005840" cy="55244"/>
            </a:xfrm>
            <a:custGeom>
              <a:avLst/>
              <a:gdLst/>
              <a:ahLst/>
              <a:cxnLst/>
              <a:rect l="l" t="t" r="r" b="b"/>
              <a:pathLst>
                <a:path w="1005839" h="55244">
                  <a:moveTo>
                    <a:pt x="1005837" y="54863"/>
                  </a:moveTo>
                  <a:lnTo>
                    <a:pt x="0" y="54863"/>
                  </a:lnTo>
                  <a:lnTo>
                    <a:pt x="0" y="0"/>
                  </a:lnTo>
                  <a:lnTo>
                    <a:pt x="1005837" y="0"/>
                  </a:lnTo>
                  <a:lnTo>
                    <a:pt x="1005837" y="54863"/>
                  </a:lnTo>
                  <a:close/>
                </a:path>
              </a:pathLst>
            </a:custGeom>
            <a:solidFill>
              <a:srgbClr val="0E61F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/>
          <p:cNvSpPr txBox="1"/>
          <p:nvPr/>
        </p:nvSpPr>
        <p:spPr>
          <a:xfrm>
            <a:off x="1859033" y="1025531"/>
            <a:ext cx="416179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solidFill>
                  <a:srgbClr val="667386"/>
                </a:solidFill>
                <a:latin typeface="Arial MT"/>
                <a:cs typeface="Arial MT"/>
              </a:rPr>
              <a:t>ParkShare</a:t>
            </a:r>
            <a:r>
              <a:rPr dirty="0" sz="1000" spc="-10">
                <a:solidFill>
                  <a:srgbClr val="667386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667386"/>
                </a:solidFill>
                <a:latin typeface="Arial MT"/>
                <a:cs typeface="Arial MT"/>
              </a:rPr>
              <a:t>turns</a:t>
            </a:r>
            <a:r>
              <a:rPr dirty="0" sz="1000" spc="-10">
                <a:solidFill>
                  <a:srgbClr val="667386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667386"/>
                </a:solidFill>
                <a:latin typeface="Arial MT"/>
                <a:cs typeface="Arial MT"/>
              </a:rPr>
              <a:t>unused</a:t>
            </a:r>
            <a:r>
              <a:rPr dirty="0" sz="1000" spc="-5">
                <a:solidFill>
                  <a:srgbClr val="667386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667386"/>
                </a:solidFill>
                <a:latin typeface="Arial MT"/>
                <a:cs typeface="Arial MT"/>
              </a:rPr>
              <a:t>private</a:t>
            </a:r>
            <a:r>
              <a:rPr dirty="0" sz="1000" spc="-10">
                <a:solidFill>
                  <a:srgbClr val="667386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667386"/>
                </a:solidFill>
                <a:latin typeface="Arial MT"/>
                <a:cs typeface="Arial MT"/>
              </a:rPr>
              <a:t>space</a:t>
            </a:r>
            <a:r>
              <a:rPr dirty="0" sz="1000" spc="-5">
                <a:solidFill>
                  <a:srgbClr val="667386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667386"/>
                </a:solidFill>
                <a:latin typeface="Arial MT"/>
                <a:cs typeface="Arial MT"/>
              </a:rPr>
              <a:t>into</a:t>
            </a:r>
            <a:r>
              <a:rPr dirty="0" sz="1000" spc="-10">
                <a:solidFill>
                  <a:srgbClr val="667386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667386"/>
                </a:solidFill>
                <a:latin typeface="Arial MT"/>
                <a:cs typeface="Arial MT"/>
              </a:rPr>
              <a:t>discoverable</a:t>
            </a:r>
            <a:r>
              <a:rPr dirty="0" sz="1000" spc="-10">
                <a:solidFill>
                  <a:srgbClr val="667386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667386"/>
                </a:solidFill>
                <a:latin typeface="Arial MT"/>
                <a:cs typeface="Arial MT"/>
              </a:rPr>
              <a:t>parking</a:t>
            </a:r>
            <a:r>
              <a:rPr dirty="0" sz="1000" spc="-10">
                <a:solidFill>
                  <a:srgbClr val="667386"/>
                </a:solidFill>
                <a:latin typeface="Arial MT"/>
                <a:cs typeface="Arial MT"/>
              </a:rPr>
              <a:t> capacity.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64539" y="1506042"/>
            <a:ext cx="1596390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 spc="-10" b="1" i="1">
                <a:solidFill>
                  <a:srgbClr val="0E61FE"/>
                </a:solidFill>
                <a:latin typeface="Arial"/>
                <a:cs typeface="Arial"/>
              </a:rPr>
              <a:t>ParkShare</a:t>
            </a:r>
            <a:endParaRPr sz="25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824102" y="1481134"/>
            <a:ext cx="8782050" cy="833119"/>
          </a:xfrm>
          <a:prstGeom prst="rect">
            <a:avLst/>
          </a:prstGeom>
        </p:spPr>
        <p:txBody>
          <a:bodyPr wrap="square" lIns="0" tIns="27939" rIns="0" bIns="0" rtlCol="0" vert="horz">
            <a:spAutoFit/>
          </a:bodyPr>
          <a:lstStyle/>
          <a:p>
            <a:pPr marL="12700" marR="5080">
              <a:lnSpc>
                <a:spcPts val="2100"/>
              </a:lnSpc>
              <a:spcBef>
                <a:spcPts val="219"/>
              </a:spcBef>
            </a:pPr>
            <a:r>
              <a:rPr dirty="0" sz="1800">
                <a:solidFill>
                  <a:srgbClr val="161D29"/>
                </a:solidFill>
                <a:latin typeface="Arial MT"/>
                <a:cs typeface="Arial MT"/>
              </a:rPr>
              <a:t>is</a:t>
            </a:r>
            <a:r>
              <a:rPr dirty="0" sz="1800" spc="-10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161D29"/>
                </a:solidFill>
                <a:latin typeface="Arial MT"/>
                <a:cs typeface="Arial MT"/>
              </a:rPr>
              <a:t>a full-stack smart parking</a:t>
            </a:r>
            <a:r>
              <a:rPr dirty="0" sz="1800" spc="-5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161D29"/>
                </a:solidFill>
                <a:latin typeface="Arial MT"/>
                <a:cs typeface="Arial MT"/>
              </a:rPr>
              <a:t>marketplace connecting drivers with owners</a:t>
            </a:r>
            <a:r>
              <a:rPr dirty="0" sz="1800" spc="-5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161D29"/>
                </a:solidFill>
                <a:latin typeface="Arial MT"/>
                <a:cs typeface="Arial MT"/>
              </a:rPr>
              <a:t>who can </a:t>
            </a:r>
            <a:r>
              <a:rPr dirty="0" sz="1800" spc="-20">
                <a:solidFill>
                  <a:srgbClr val="161D29"/>
                </a:solidFill>
                <a:latin typeface="Arial MT"/>
                <a:cs typeface="Arial MT"/>
              </a:rPr>
              <a:t>rent </a:t>
            </a:r>
            <a:r>
              <a:rPr dirty="0" sz="1800">
                <a:solidFill>
                  <a:srgbClr val="161D29"/>
                </a:solidFill>
                <a:latin typeface="Arial MT"/>
                <a:cs typeface="Arial MT"/>
              </a:rPr>
              <a:t>unused spaces. It combines real PostgreSQL data with IBM Granite reasoning </a:t>
            </a:r>
            <a:r>
              <a:rPr dirty="0" sz="1800" spc="-10">
                <a:solidFill>
                  <a:srgbClr val="161D29"/>
                </a:solidFill>
                <a:latin typeface="Arial MT"/>
                <a:cs typeface="Arial MT"/>
              </a:rPr>
              <a:t>through watsonx.ai.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81034" y="2509834"/>
            <a:ext cx="3411220" cy="2181860"/>
            <a:chOff x="681034" y="2509834"/>
            <a:chExt cx="3411220" cy="2181860"/>
          </a:xfrm>
        </p:grpSpPr>
        <p:sp>
          <p:nvSpPr>
            <p:cNvPr id="6" name="object 6"/>
            <p:cNvSpPr/>
            <p:nvPr/>
          </p:nvSpPr>
          <p:spPr>
            <a:xfrm>
              <a:off x="681034" y="2532821"/>
              <a:ext cx="3411220" cy="2159000"/>
            </a:xfrm>
            <a:custGeom>
              <a:avLst/>
              <a:gdLst/>
              <a:ahLst/>
              <a:cxnLst/>
              <a:rect l="l" t="t" r="r" b="b"/>
              <a:pathLst>
                <a:path w="3411220" h="2159000">
                  <a:moveTo>
                    <a:pt x="3051298" y="2158489"/>
                  </a:moveTo>
                  <a:lnTo>
                    <a:pt x="359790" y="2158489"/>
                  </a:lnTo>
                  <a:lnTo>
                    <a:pt x="311393" y="2155179"/>
                  </a:lnTo>
                  <a:lnTo>
                    <a:pt x="264867" y="2145543"/>
                  </a:lnTo>
                  <a:lnTo>
                    <a:pt x="220516" y="2130025"/>
                  </a:lnTo>
                  <a:lnTo>
                    <a:pt x="178964" y="2109067"/>
                  </a:lnTo>
                  <a:lnTo>
                    <a:pt x="140643" y="2083112"/>
                  </a:lnTo>
                  <a:lnTo>
                    <a:pt x="105994" y="2052603"/>
                  </a:lnTo>
                  <a:lnTo>
                    <a:pt x="75458" y="2017982"/>
                  </a:lnTo>
                  <a:lnTo>
                    <a:pt x="49479" y="1979692"/>
                  </a:lnTo>
                  <a:lnTo>
                    <a:pt x="28499" y="1938176"/>
                  </a:lnTo>
                  <a:lnTo>
                    <a:pt x="12964" y="1893877"/>
                  </a:lnTo>
                  <a:lnTo>
                    <a:pt x="3316" y="1847237"/>
                  </a:lnTo>
                  <a:lnTo>
                    <a:pt x="0" y="1798699"/>
                  </a:lnTo>
                  <a:lnTo>
                    <a:pt x="0" y="359790"/>
                  </a:lnTo>
                  <a:lnTo>
                    <a:pt x="3310" y="311252"/>
                  </a:lnTo>
                  <a:lnTo>
                    <a:pt x="12945" y="264612"/>
                  </a:lnTo>
                  <a:lnTo>
                    <a:pt x="28463" y="220312"/>
                  </a:lnTo>
                  <a:lnTo>
                    <a:pt x="49421" y="178796"/>
                  </a:lnTo>
                  <a:lnTo>
                    <a:pt x="75376" y="140507"/>
                  </a:lnTo>
                  <a:lnTo>
                    <a:pt x="105886" y="105886"/>
                  </a:lnTo>
                  <a:lnTo>
                    <a:pt x="140507" y="75376"/>
                  </a:lnTo>
                  <a:lnTo>
                    <a:pt x="178797" y="49421"/>
                  </a:lnTo>
                  <a:lnTo>
                    <a:pt x="220313" y="28463"/>
                  </a:lnTo>
                  <a:lnTo>
                    <a:pt x="264612" y="12945"/>
                  </a:lnTo>
                  <a:lnTo>
                    <a:pt x="311252" y="3310"/>
                  </a:lnTo>
                  <a:lnTo>
                    <a:pt x="359790" y="0"/>
                  </a:lnTo>
                  <a:lnTo>
                    <a:pt x="3051298" y="0"/>
                  </a:lnTo>
                  <a:lnTo>
                    <a:pt x="3099836" y="3310"/>
                  </a:lnTo>
                  <a:lnTo>
                    <a:pt x="3146477" y="12945"/>
                  </a:lnTo>
                  <a:lnTo>
                    <a:pt x="3190776" y="28463"/>
                  </a:lnTo>
                  <a:lnTo>
                    <a:pt x="3232292" y="49421"/>
                  </a:lnTo>
                  <a:lnTo>
                    <a:pt x="3270582" y="75376"/>
                  </a:lnTo>
                  <a:lnTo>
                    <a:pt x="3305203" y="105886"/>
                  </a:lnTo>
                  <a:lnTo>
                    <a:pt x="3335712" y="140507"/>
                  </a:lnTo>
                  <a:lnTo>
                    <a:pt x="3361667" y="178796"/>
                  </a:lnTo>
                  <a:lnTo>
                    <a:pt x="3382625" y="220312"/>
                  </a:lnTo>
                  <a:lnTo>
                    <a:pt x="3398143" y="264612"/>
                  </a:lnTo>
                  <a:lnTo>
                    <a:pt x="3407779" y="311252"/>
                  </a:lnTo>
                  <a:lnTo>
                    <a:pt x="3411089" y="359790"/>
                  </a:lnTo>
                  <a:lnTo>
                    <a:pt x="3411089" y="1798699"/>
                  </a:lnTo>
                  <a:lnTo>
                    <a:pt x="3407779" y="1847237"/>
                  </a:lnTo>
                  <a:lnTo>
                    <a:pt x="3398143" y="1893877"/>
                  </a:lnTo>
                  <a:lnTo>
                    <a:pt x="3382625" y="1938176"/>
                  </a:lnTo>
                  <a:lnTo>
                    <a:pt x="3361667" y="1979692"/>
                  </a:lnTo>
                  <a:lnTo>
                    <a:pt x="3335712" y="2017982"/>
                  </a:lnTo>
                  <a:lnTo>
                    <a:pt x="3305203" y="2052603"/>
                  </a:lnTo>
                  <a:lnTo>
                    <a:pt x="3270582" y="2083112"/>
                  </a:lnTo>
                  <a:lnTo>
                    <a:pt x="3232292" y="2109067"/>
                  </a:lnTo>
                  <a:lnTo>
                    <a:pt x="3190776" y="2130025"/>
                  </a:lnTo>
                  <a:lnTo>
                    <a:pt x="3146477" y="2145543"/>
                  </a:lnTo>
                  <a:lnTo>
                    <a:pt x="3099836" y="2155179"/>
                  </a:lnTo>
                  <a:lnTo>
                    <a:pt x="3051298" y="2158489"/>
                  </a:lnTo>
                  <a:close/>
                </a:path>
              </a:pathLst>
            </a:custGeom>
            <a:solidFill>
              <a:srgbClr val="000000">
                <a:alpha val="348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685733" y="2514660"/>
              <a:ext cx="3401695" cy="2148840"/>
            </a:xfrm>
            <a:custGeom>
              <a:avLst/>
              <a:gdLst/>
              <a:ahLst/>
              <a:cxnLst/>
              <a:rect l="l" t="t" r="r" b="b"/>
              <a:pathLst>
                <a:path w="3401695" h="2148840">
                  <a:moveTo>
                    <a:pt x="3043424" y="2148837"/>
                  </a:moveTo>
                  <a:lnTo>
                    <a:pt x="358266" y="2148837"/>
                  </a:lnTo>
                  <a:lnTo>
                    <a:pt x="309947" y="2145542"/>
                  </a:lnTo>
                  <a:lnTo>
                    <a:pt x="263519" y="2135952"/>
                  </a:lnTo>
                  <a:lnTo>
                    <a:pt x="219422" y="2120506"/>
                  </a:lnTo>
                  <a:lnTo>
                    <a:pt x="178096" y="2099646"/>
                  </a:lnTo>
                  <a:lnTo>
                    <a:pt x="139982" y="2073811"/>
                  </a:lnTo>
                  <a:lnTo>
                    <a:pt x="105521" y="2043443"/>
                  </a:lnTo>
                  <a:lnTo>
                    <a:pt x="75152" y="2008982"/>
                  </a:lnTo>
                  <a:lnTo>
                    <a:pt x="49318" y="1970868"/>
                  </a:lnTo>
                  <a:lnTo>
                    <a:pt x="28457" y="1929542"/>
                  </a:lnTo>
                  <a:lnTo>
                    <a:pt x="13012" y="1885445"/>
                  </a:lnTo>
                  <a:lnTo>
                    <a:pt x="3421" y="1839016"/>
                  </a:lnTo>
                  <a:lnTo>
                    <a:pt x="126" y="1790698"/>
                  </a:lnTo>
                  <a:lnTo>
                    <a:pt x="0" y="358139"/>
                  </a:lnTo>
                  <a:lnTo>
                    <a:pt x="3294" y="309820"/>
                  </a:lnTo>
                  <a:lnTo>
                    <a:pt x="12885" y="263392"/>
                  </a:lnTo>
                  <a:lnTo>
                    <a:pt x="28330" y="219295"/>
                  </a:lnTo>
                  <a:lnTo>
                    <a:pt x="49191" y="177969"/>
                  </a:lnTo>
                  <a:lnTo>
                    <a:pt x="75025" y="139855"/>
                  </a:lnTo>
                  <a:lnTo>
                    <a:pt x="105394" y="105394"/>
                  </a:lnTo>
                  <a:lnTo>
                    <a:pt x="139855" y="75025"/>
                  </a:lnTo>
                  <a:lnTo>
                    <a:pt x="177969" y="49191"/>
                  </a:lnTo>
                  <a:lnTo>
                    <a:pt x="219295" y="28330"/>
                  </a:lnTo>
                  <a:lnTo>
                    <a:pt x="263392" y="12885"/>
                  </a:lnTo>
                  <a:lnTo>
                    <a:pt x="309820" y="3294"/>
                  </a:lnTo>
                  <a:lnTo>
                    <a:pt x="358139" y="0"/>
                  </a:lnTo>
                  <a:lnTo>
                    <a:pt x="3043424" y="0"/>
                  </a:lnTo>
                  <a:lnTo>
                    <a:pt x="3091743" y="3294"/>
                  </a:lnTo>
                  <a:lnTo>
                    <a:pt x="3138172" y="12885"/>
                  </a:lnTo>
                  <a:lnTo>
                    <a:pt x="3182269" y="28330"/>
                  </a:lnTo>
                  <a:lnTo>
                    <a:pt x="3223595" y="49191"/>
                  </a:lnTo>
                  <a:lnTo>
                    <a:pt x="3261709" y="75025"/>
                  </a:lnTo>
                  <a:lnTo>
                    <a:pt x="3296170" y="105394"/>
                  </a:lnTo>
                  <a:lnTo>
                    <a:pt x="3326539" y="139855"/>
                  </a:lnTo>
                  <a:lnTo>
                    <a:pt x="3352373" y="177969"/>
                  </a:lnTo>
                  <a:lnTo>
                    <a:pt x="3373234" y="219295"/>
                  </a:lnTo>
                  <a:lnTo>
                    <a:pt x="3388679" y="263392"/>
                  </a:lnTo>
                  <a:lnTo>
                    <a:pt x="3398270" y="309820"/>
                  </a:lnTo>
                  <a:lnTo>
                    <a:pt x="3401564" y="358139"/>
                  </a:lnTo>
                  <a:lnTo>
                    <a:pt x="3401564" y="1790698"/>
                  </a:lnTo>
                  <a:lnTo>
                    <a:pt x="3398270" y="1839016"/>
                  </a:lnTo>
                  <a:lnTo>
                    <a:pt x="3388679" y="1885445"/>
                  </a:lnTo>
                  <a:lnTo>
                    <a:pt x="3373234" y="1929542"/>
                  </a:lnTo>
                  <a:lnTo>
                    <a:pt x="3352373" y="1970868"/>
                  </a:lnTo>
                  <a:lnTo>
                    <a:pt x="3326539" y="2008982"/>
                  </a:lnTo>
                  <a:lnTo>
                    <a:pt x="3296170" y="2043443"/>
                  </a:lnTo>
                  <a:lnTo>
                    <a:pt x="3261709" y="2073811"/>
                  </a:lnTo>
                  <a:lnTo>
                    <a:pt x="3223595" y="2099646"/>
                  </a:lnTo>
                  <a:lnTo>
                    <a:pt x="3182269" y="2120506"/>
                  </a:lnTo>
                  <a:lnTo>
                    <a:pt x="3138172" y="2135952"/>
                  </a:lnTo>
                  <a:lnTo>
                    <a:pt x="3091743" y="2145542"/>
                  </a:lnTo>
                  <a:lnTo>
                    <a:pt x="3043424" y="2148837"/>
                  </a:lnTo>
                  <a:close/>
                </a:path>
              </a:pathLst>
            </a:custGeom>
            <a:solidFill>
              <a:srgbClr val="F4F7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681034" y="2509834"/>
              <a:ext cx="3411220" cy="2159000"/>
            </a:xfrm>
            <a:custGeom>
              <a:avLst/>
              <a:gdLst/>
              <a:ahLst/>
              <a:cxnLst/>
              <a:rect l="l" t="t" r="r" b="b"/>
              <a:pathLst>
                <a:path w="3411220" h="2159000">
                  <a:moveTo>
                    <a:pt x="362965" y="2158489"/>
                  </a:moveTo>
                  <a:lnTo>
                    <a:pt x="314415" y="2155151"/>
                  </a:lnTo>
                  <a:lnTo>
                    <a:pt x="314132" y="2155151"/>
                  </a:lnTo>
                  <a:lnTo>
                    <a:pt x="267193" y="2145432"/>
                  </a:lnTo>
                  <a:lnTo>
                    <a:pt x="222451" y="2129779"/>
                  </a:lnTo>
                  <a:lnTo>
                    <a:pt x="180535" y="2108639"/>
                  </a:lnTo>
                  <a:lnTo>
                    <a:pt x="141881" y="2082458"/>
                  </a:lnTo>
                  <a:lnTo>
                    <a:pt x="106933" y="2051682"/>
                  </a:lnTo>
                  <a:lnTo>
                    <a:pt x="76134" y="2016758"/>
                  </a:lnTo>
                  <a:lnTo>
                    <a:pt x="49932" y="1978131"/>
                  </a:lnTo>
                  <a:lnTo>
                    <a:pt x="28773" y="1936247"/>
                  </a:lnTo>
                  <a:lnTo>
                    <a:pt x="13101" y="1891554"/>
                  </a:lnTo>
                  <a:lnTo>
                    <a:pt x="3364" y="1844498"/>
                  </a:lnTo>
                  <a:lnTo>
                    <a:pt x="8" y="1795524"/>
                  </a:lnTo>
                  <a:lnTo>
                    <a:pt x="0" y="362965"/>
                  </a:lnTo>
                  <a:lnTo>
                    <a:pt x="3249" y="315299"/>
                  </a:lnTo>
                  <a:lnTo>
                    <a:pt x="3338" y="313991"/>
                  </a:lnTo>
                  <a:lnTo>
                    <a:pt x="13057" y="266934"/>
                  </a:lnTo>
                  <a:lnTo>
                    <a:pt x="28709" y="222241"/>
                  </a:lnTo>
                  <a:lnTo>
                    <a:pt x="49849" y="180358"/>
                  </a:lnTo>
                  <a:lnTo>
                    <a:pt x="76030" y="141731"/>
                  </a:lnTo>
                  <a:lnTo>
                    <a:pt x="106806" y="106806"/>
                  </a:lnTo>
                  <a:lnTo>
                    <a:pt x="141731" y="76030"/>
                  </a:lnTo>
                  <a:lnTo>
                    <a:pt x="180358" y="49849"/>
                  </a:lnTo>
                  <a:lnTo>
                    <a:pt x="222241" y="28709"/>
                  </a:lnTo>
                  <a:lnTo>
                    <a:pt x="266934" y="13057"/>
                  </a:lnTo>
                  <a:lnTo>
                    <a:pt x="313991" y="3338"/>
                  </a:lnTo>
                  <a:lnTo>
                    <a:pt x="362965" y="0"/>
                  </a:lnTo>
                  <a:lnTo>
                    <a:pt x="362965" y="4699"/>
                  </a:lnTo>
                  <a:lnTo>
                    <a:pt x="3103684" y="4699"/>
                  </a:lnTo>
                  <a:lnTo>
                    <a:pt x="3127051" y="9524"/>
                  </a:lnTo>
                  <a:lnTo>
                    <a:pt x="362965" y="9524"/>
                  </a:lnTo>
                  <a:lnTo>
                    <a:pt x="315261" y="12778"/>
                  </a:lnTo>
                  <a:lnTo>
                    <a:pt x="269423" y="22247"/>
                  </a:lnTo>
                  <a:lnTo>
                    <a:pt x="225891" y="37496"/>
                  </a:lnTo>
                  <a:lnTo>
                    <a:pt x="185100" y="58090"/>
                  </a:lnTo>
                  <a:lnTo>
                    <a:pt x="147485" y="83593"/>
                  </a:lnTo>
                  <a:lnTo>
                    <a:pt x="113480" y="113569"/>
                  </a:lnTo>
                  <a:lnTo>
                    <a:pt x="83518" y="147583"/>
                  </a:lnTo>
                  <a:lnTo>
                    <a:pt x="58034" y="185198"/>
                  </a:lnTo>
                  <a:lnTo>
                    <a:pt x="37460" y="225980"/>
                  </a:lnTo>
                  <a:lnTo>
                    <a:pt x="22229" y="269492"/>
                  </a:lnTo>
                  <a:lnTo>
                    <a:pt x="12773" y="315299"/>
                  </a:lnTo>
                  <a:lnTo>
                    <a:pt x="9524" y="362965"/>
                  </a:lnTo>
                  <a:lnTo>
                    <a:pt x="9524" y="1795524"/>
                  </a:lnTo>
                  <a:lnTo>
                    <a:pt x="12781" y="1843216"/>
                  </a:lnTo>
                  <a:lnTo>
                    <a:pt x="22253" y="1889041"/>
                  </a:lnTo>
                  <a:lnTo>
                    <a:pt x="37505" y="1932562"/>
                  </a:lnTo>
                  <a:lnTo>
                    <a:pt x="58100" y="1973347"/>
                  </a:lnTo>
                  <a:lnTo>
                    <a:pt x="83602" y="2010960"/>
                  </a:lnTo>
                  <a:lnTo>
                    <a:pt x="113575" y="2044967"/>
                  </a:lnTo>
                  <a:lnTo>
                    <a:pt x="147586" y="2074934"/>
                  </a:lnTo>
                  <a:lnTo>
                    <a:pt x="185198" y="2100427"/>
                  </a:lnTo>
                  <a:lnTo>
                    <a:pt x="225977" y="2121010"/>
                  </a:lnTo>
                  <a:lnTo>
                    <a:pt x="269491" y="2136251"/>
                  </a:lnTo>
                  <a:lnTo>
                    <a:pt x="315308" y="2145713"/>
                  </a:lnTo>
                  <a:lnTo>
                    <a:pt x="362965" y="2148964"/>
                  </a:lnTo>
                  <a:lnTo>
                    <a:pt x="3127051" y="2148964"/>
                  </a:lnTo>
                  <a:lnTo>
                    <a:pt x="3103683" y="2153790"/>
                  </a:lnTo>
                  <a:lnTo>
                    <a:pt x="362965" y="2153790"/>
                  </a:lnTo>
                  <a:lnTo>
                    <a:pt x="362965" y="2158489"/>
                  </a:lnTo>
                  <a:close/>
                </a:path>
                <a:path w="3411220" h="2159000">
                  <a:moveTo>
                    <a:pt x="3048124" y="4699"/>
                  </a:moveTo>
                  <a:lnTo>
                    <a:pt x="362965" y="4699"/>
                  </a:lnTo>
                  <a:lnTo>
                    <a:pt x="362965" y="0"/>
                  </a:lnTo>
                  <a:lnTo>
                    <a:pt x="3048124" y="0"/>
                  </a:lnTo>
                  <a:lnTo>
                    <a:pt x="3048124" y="4699"/>
                  </a:lnTo>
                  <a:close/>
                </a:path>
                <a:path w="3411220" h="2159000">
                  <a:moveTo>
                    <a:pt x="3103684" y="4699"/>
                  </a:moveTo>
                  <a:lnTo>
                    <a:pt x="3048124" y="4699"/>
                  </a:lnTo>
                  <a:lnTo>
                    <a:pt x="3048124" y="0"/>
                  </a:lnTo>
                  <a:lnTo>
                    <a:pt x="3097098" y="3338"/>
                  </a:lnTo>
                  <a:lnTo>
                    <a:pt x="3103684" y="4699"/>
                  </a:lnTo>
                  <a:close/>
                </a:path>
                <a:path w="3411220" h="2159000">
                  <a:moveTo>
                    <a:pt x="3127051" y="2148964"/>
                  </a:moveTo>
                  <a:lnTo>
                    <a:pt x="3048124" y="2148964"/>
                  </a:lnTo>
                  <a:lnTo>
                    <a:pt x="3095790" y="2145713"/>
                  </a:lnTo>
                  <a:lnTo>
                    <a:pt x="3141597" y="2136251"/>
                  </a:lnTo>
                  <a:lnTo>
                    <a:pt x="3185109" y="2121010"/>
                  </a:lnTo>
                  <a:lnTo>
                    <a:pt x="3225891" y="2100427"/>
                  </a:lnTo>
                  <a:lnTo>
                    <a:pt x="3263506" y="2074934"/>
                  </a:lnTo>
                  <a:lnTo>
                    <a:pt x="3297520" y="2044967"/>
                  </a:lnTo>
                  <a:lnTo>
                    <a:pt x="3327496" y="2010960"/>
                  </a:lnTo>
                  <a:lnTo>
                    <a:pt x="3352999" y="1973347"/>
                  </a:lnTo>
                  <a:lnTo>
                    <a:pt x="3373593" y="1932562"/>
                  </a:lnTo>
                  <a:lnTo>
                    <a:pt x="3388842" y="1889041"/>
                  </a:lnTo>
                  <a:lnTo>
                    <a:pt x="3398311" y="1843216"/>
                  </a:lnTo>
                  <a:lnTo>
                    <a:pt x="3401565" y="1795524"/>
                  </a:lnTo>
                  <a:lnTo>
                    <a:pt x="3401565" y="362965"/>
                  </a:lnTo>
                  <a:lnTo>
                    <a:pt x="3398314" y="315299"/>
                  </a:lnTo>
                  <a:lnTo>
                    <a:pt x="3388851" y="269492"/>
                  </a:lnTo>
                  <a:lnTo>
                    <a:pt x="3373611" y="225980"/>
                  </a:lnTo>
                  <a:lnTo>
                    <a:pt x="3353027" y="185198"/>
                  </a:lnTo>
                  <a:lnTo>
                    <a:pt x="3327535" y="147583"/>
                  </a:lnTo>
                  <a:lnTo>
                    <a:pt x="3297567" y="113569"/>
                  </a:lnTo>
                  <a:lnTo>
                    <a:pt x="3263560" y="83593"/>
                  </a:lnTo>
                  <a:lnTo>
                    <a:pt x="3225947" y="58090"/>
                  </a:lnTo>
                  <a:lnTo>
                    <a:pt x="3185163" y="37496"/>
                  </a:lnTo>
                  <a:lnTo>
                    <a:pt x="3141641" y="22247"/>
                  </a:lnTo>
                  <a:lnTo>
                    <a:pt x="3095816" y="12778"/>
                  </a:lnTo>
                  <a:lnTo>
                    <a:pt x="3048124" y="9524"/>
                  </a:lnTo>
                  <a:lnTo>
                    <a:pt x="3127051" y="9524"/>
                  </a:lnTo>
                  <a:lnTo>
                    <a:pt x="3188847" y="28709"/>
                  </a:lnTo>
                  <a:lnTo>
                    <a:pt x="3230731" y="49849"/>
                  </a:lnTo>
                  <a:lnTo>
                    <a:pt x="3269358" y="76030"/>
                  </a:lnTo>
                  <a:lnTo>
                    <a:pt x="3304282" y="106806"/>
                  </a:lnTo>
                  <a:lnTo>
                    <a:pt x="3335058" y="141731"/>
                  </a:lnTo>
                  <a:lnTo>
                    <a:pt x="3361239" y="180358"/>
                  </a:lnTo>
                  <a:lnTo>
                    <a:pt x="3382379" y="222241"/>
                  </a:lnTo>
                  <a:lnTo>
                    <a:pt x="3398032" y="266934"/>
                  </a:lnTo>
                  <a:lnTo>
                    <a:pt x="3407751" y="313991"/>
                  </a:lnTo>
                  <a:lnTo>
                    <a:pt x="3411089" y="362965"/>
                  </a:lnTo>
                  <a:lnTo>
                    <a:pt x="3411089" y="1795524"/>
                  </a:lnTo>
                  <a:lnTo>
                    <a:pt x="3407838" y="1843216"/>
                  </a:lnTo>
                  <a:lnTo>
                    <a:pt x="3407751" y="1844498"/>
                  </a:lnTo>
                  <a:lnTo>
                    <a:pt x="3398032" y="1891554"/>
                  </a:lnTo>
                  <a:lnTo>
                    <a:pt x="3382379" y="1936247"/>
                  </a:lnTo>
                  <a:lnTo>
                    <a:pt x="3361239" y="1978131"/>
                  </a:lnTo>
                  <a:lnTo>
                    <a:pt x="3335058" y="2016758"/>
                  </a:lnTo>
                  <a:lnTo>
                    <a:pt x="3304282" y="2051682"/>
                  </a:lnTo>
                  <a:lnTo>
                    <a:pt x="3269358" y="2082458"/>
                  </a:lnTo>
                  <a:lnTo>
                    <a:pt x="3230731" y="2108639"/>
                  </a:lnTo>
                  <a:lnTo>
                    <a:pt x="3188847" y="2129779"/>
                  </a:lnTo>
                  <a:lnTo>
                    <a:pt x="3144154" y="2145432"/>
                  </a:lnTo>
                  <a:lnTo>
                    <a:pt x="3127051" y="2148964"/>
                  </a:lnTo>
                  <a:close/>
                </a:path>
                <a:path w="3411220" h="2159000">
                  <a:moveTo>
                    <a:pt x="3048124" y="2158489"/>
                  </a:moveTo>
                  <a:lnTo>
                    <a:pt x="362965" y="2158489"/>
                  </a:lnTo>
                  <a:lnTo>
                    <a:pt x="362965" y="2153790"/>
                  </a:lnTo>
                  <a:lnTo>
                    <a:pt x="3048124" y="2153790"/>
                  </a:lnTo>
                  <a:lnTo>
                    <a:pt x="3048124" y="2158489"/>
                  </a:lnTo>
                  <a:close/>
                </a:path>
                <a:path w="3411220" h="2159000">
                  <a:moveTo>
                    <a:pt x="3048124" y="2158489"/>
                  </a:moveTo>
                  <a:lnTo>
                    <a:pt x="3048124" y="2153790"/>
                  </a:lnTo>
                  <a:lnTo>
                    <a:pt x="3103683" y="2153790"/>
                  </a:lnTo>
                  <a:lnTo>
                    <a:pt x="3097098" y="2155151"/>
                  </a:lnTo>
                  <a:lnTo>
                    <a:pt x="3048124" y="2158489"/>
                  </a:lnTo>
                  <a:close/>
                </a:path>
              </a:pathLst>
            </a:custGeom>
            <a:solidFill>
              <a:srgbClr val="DBE3E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685860" y="4663370"/>
              <a:ext cx="73660" cy="23495"/>
            </a:xfrm>
            <a:custGeom>
              <a:avLst/>
              <a:gdLst/>
              <a:ahLst/>
              <a:cxnLst/>
              <a:rect l="l" t="t" r="r" b="b"/>
              <a:pathLst>
                <a:path w="73659" h="23495">
                  <a:moveTo>
                    <a:pt x="0" y="23114"/>
                  </a:moveTo>
                  <a:lnTo>
                    <a:pt x="73151" y="23114"/>
                  </a:lnTo>
                  <a:lnTo>
                    <a:pt x="73151" y="0"/>
                  </a:lnTo>
                  <a:lnTo>
                    <a:pt x="0" y="0"/>
                  </a:lnTo>
                  <a:lnTo>
                    <a:pt x="0" y="23114"/>
                  </a:lnTo>
                  <a:close/>
                </a:path>
              </a:pathLst>
            </a:custGeom>
            <a:solidFill>
              <a:srgbClr val="000000">
                <a:alpha val="348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685860" y="2514533"/>
              <a:ext cx="73660" cy="2148840"/>
            </a:xfrm>
            <a:custGeom>
              <a:avLst/>
              <a:gdLst/>
              <a:ahLst/>
              <a:cxnLst/>
              <a:rect l="l" t="t" r="r" b="b"/>
              <a:pathLst>
                <a:path w="73659" h="2148840">
                  <a:moveTo>
                    <a:pt x="73151" y="2148837"/>
                  </a:moveTo>
                  <a:lnTo>
                    <a:pt x="0" y="2148837"/>
                  </a:lnTo>
                  <a:lnTo>
                    <a:pt x="0" y="0"/>
                  </a:lnTo>
                  <a:lnTo>
                    <a:pt x="73151" y="0"/>
                  </a:lnTo>
                  <a:lnTo>
                    <a:pt x="73151" y="2148837"/>
                  </a:lnTo>
                  <a:close/>
                </a:path>
              </a:pathLst>
            </a:custGeom>
            <a:solidFill>
              <a:srgbClr val="0E61F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 txBox="1"/>
          <p:nvPr/>
        </p:nvSpPr>
        <p:spPr>
          <a:xfrm>
            <a:off x="974851" y="2808004"/>
            <a:ext cx="2609850" cy="1193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020"/>
              </a:lnSpc>
              <a:spcBef>
                <a:spcPts val="100"/>
              </a:spcBef>
            </a:pPr>
            <a:r>
              <a:rPr dirty="0" sz="1700" b="1" i="1">
                <a:solidFill>
                  <a:srgbClr val="092649"/>
                </a:solidFill>
                <a:latin typeface="Arial"/>
                <a:cs typeface="Arial"/>
              </a:rPr>
              <a:t>Driver</a:t>
            </a:r>
            <a:r>
              <a:rPr dirty="0" sz="1700" spc="-65" b="1" i="1">
                <a:solidFill>
                  <a:srgbClr val="092649"/>
                </a:solidFill>
                <a:latin typeface="Arial"/>
                <a:cs typeface="Arial"/>
              </a:rPr>
              <a:t> </a:t>
            </a:r>
            <a:r>
              <a:rPr dirty="0" sz="1700" spc="-10" b="1" i="1">
                <a:solidFill>
                  <a:srgbClr val="092649"/>
                </a:solidFill>
                <a:latin typeface="Arial"/>
                <a:cs typeface="Arial"/>
              </a:rPr>
              <a:t>Experience</a:t>
            </a:r>
            <a:endParaRPr sz="1700">
              <a:latin typeface="Arial"/>
              <a:cs typeface="Arial"/>
            </a:endParaRPr>
          </a:p>
          <a:p>
            <a:pPr marL="12700" marR="5080">
              <a:lnSpc>
                <a:spcPts val="1800"/>
              </a:lnSpc>
              <a:spcBef>
                <a:spcPts val="40"/>
              </a:spcBef>
            </a:pPr>
            <a:r>
              <a:rPr dirty="0" sz="1500">
                <a:solidFill>
                  <a:srgbClr val="161D29"/>
                </a:solidFill>
                <a:latin typeface="Arial MT"/>
                <a:cs typeface="Arial MT"/>
              </a:rPr>
              <a:t>Search</a:t>
            </a:r>
            <a:r>
              <a:rPr dirty="0" sz="1500" spc="-55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500">
                <a:solidFill>
                  <a:srgbClr val="161D29"/>
                </a:solidFill>
                <a:latin typeface="Arial MT"/>
                <a:cs typeface="Arial MT"/>
              </a:rPr>
              <a:t>parking,</a:t>
            </a:r>
            <a:r>
              <a:rPr dirty="0" sz="1500" spc="-50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500" spc="-10">
                <a:solidFill>
                  <a:srgbClr val="161D29"/>
                </a:solidFill>
                <a:latin typeface="Arial MT"/>
                <a:cs typeface="Arial MT"/>
              </a:rPr>
              <a:t>review </a:t>
            </a:r>
            <a:r>
              <a:rPr dirty="0" sz="1500">
                <a:solidFill>
                  <a:srgbClr val="161D29"/>
                </a:solidFill>
                <a:latin typeface="Arial MT"/>
                <a:cs typeface="Arial MT"/>
              </a:rPr>
              <a:t>availability</a:t>
            </a:r>
            <a:r>
              <a:rPr dirty="0" sz="1500" spc="-50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500">
                <a:solidFill>
                  <a:srgbClr val="161D29"/>
                </a:solidFill>
                <a:latin typeface="Arial MT"/>
                <a:cs typeface="Arial MT"/>
              </a:rPr>
              <a:t>and</a:t>
            </a:r>
            <a:r>
              <a:rPr dirty="0" sz="1500" spc="-50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500">
                <a:solidFill>
                  <a:srgbClr val="161D29"/>
                </a:solidFill>
                <a:latin typeface="Arial MT"/>
                <a:cs typeface="Arial MT"/>
              </a:rPr>
              <a:t>pricing,</a:t>
            </a:r>
            <a:r>
              <a:rPr dirty="0" sz="1500" spc="-45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500" spc="-10">
                <a:solidFill>
                  <a:srgbClr val="161D29"/>
                </a:solidFill>
                <a:latin typeface="Arial MT"/>
                <a:cs typeface="Arial MT"/>
              </a:rPr>
              <a:t>receive AI-</a:t>
            </a:r>
            <a:r>
              <a:rPr dirty="0" sz="1500">
                <a:solidFill>
                  <a:srgbClr val="161D29"/>
                </a:solidFill>
                <a:latin typeface="Arial MT"/>
                <a:cs typeface="Arial MT"/>
              </a:rPr>
              <a:t>assisted</a:t>
            </a:r>
            <a:r>
              <a:rPr dirty="0" sz="1500" spc="-45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500" spc="-10">
                <a:solidFill>
                  <a:srgbClr val="161D29"/>
                </a:solidFill>
                <a:latin typeface="Arial MT"/>
                <a:cs typeface="Arial MT"/>
              </a:rPr>
              <a:t>recommendations, </a:t>
            </a:r>
            <a:r>
              <a:rPr dirty="0" sz="1500">
                <a:solidFill>
                  <a:srgbClr val="161D29"/>
                </a:solidFill>
                <a:latin typeface="Arial MT"/>
                <a:cs typeface="Arial MT"/>
              </a:rPr>
              <a:t>and</a:t>
            </a:r>
            <a:r>
              <a:rPr dirty="0" sz="1500" spc="-35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500">
                <a:solidFill>
                  <a:srgbClr val="161D29"/>
                </a:solidFill>
                <a:latin typeface="Arial MT"/>
                <a:cs typeface="Arial MT"/>
              </a:rPr>
              <a:t>create</a:t>
            </a:r>
            <a:r>
              <a:rPr dirty="0" sz="1500" spc="-35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500" spc="-10">
                <a:solidFill>
                  <a:srgbClr val="161D29"/>
                </a:solidFill>
                <a:latin typeface="Arial MT"/>
                <a:cs typeface="Arial MT"/>
              </a:rPr>
              <a:t>bookings.</a:t>
            </a:r>
            <a:endParaRPr sz="1500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384354" y="2509834"/>
            <a:ext cx="3411220" cy="2181860"/>
            <a:chOff x="4384354" y="2509834"/>
            <a:chExt cx="3411220" cy="2181860"/>
          </a:xfrm>
        </p:grpSpPr>
        <p:sp>
          <p:nvSpPr>
            <p:cNvPr id="12" name="object 12"/>
            <p:cNvSpPr/>
            <p:nvPr/>
          </p:nvSpPr>
          <p:spPr>
            <a:xfrm>
              <a:off x="4384354" y="2532821"/>
              <a:ext cx="3411220" cy="2159000"/>
            </a:xfrm>
            <a:custGeom>
              <a:avLst/>
              <a:gdLst/>
              <a:ahLst/>
              <a:cxnLst/>
              <a:rect l="l" t="t" r="r" b="b"/>
              <a:pathLst>
                <a:path w="3411220" h="2159000">
                  <a:moveTo>
                    <a:pt x="3051299" y="2158489"/>
                  </a:moveTo>
                  <a:lnTo>
                    <a:pt x="359790" y="2158489"/>
                  </a:lnTo>
                  <a:lnTo>
                    <a:pt x="311392" y="2155179"/>
                  </a:lnTo>
                  <a:lnTo>
                    <a:pt x="264867" y="2145543"/>
                  </a:lnTo>
                  <a:lnTo>
                    <a:pt x="220516" y="2130025"/>
                  </a:lnTo>
                  <a:lnTo>
                    <a:pt x="178964" y="2109067"/>
                  </a:lnTo>
                  <a:lnTo>
                    <a:pt x="140643" y="2083112"/>
                  </a:lnTo>
                  <a:lnTo>
                    <a:pt x="105994" y="2052603"/>
                  </a:lnTo>
                  <a:lnTo>
                    <a:pt x="75458" y="2017982"/>
                  </a:lnTo>
                  <a:lnTo>
                    <a:pt x="49479" y="1979692"/>
                  </a:lnTo>
                  <a:lnTo>
                    <a:pt x="28499" y="1938176"/>
                  </a:lnTo>
                  <a:lnTo>
                    <a:pt x="12964" y="1893877"/>
                  </a:lnTo>
                  <a:lnTo>
                    <a:pt x="3316" y="1847237"/>
                  </a:lnTo>
                  <a:lnTo>
                    <a:pt x="0" y="1798699"/>
                  </a:lnTo>
                  <a:lnTo>
                    <a:pt x="0" y="359790"/>
                  </a:lnTo>
                  <a:lnTo>
                    <a:pt x="3310" y="311252"/>
                  </a:lnTo>
                  <a:lnTo>
                    <a:pt x="12945" y="264612"/>
                  </a:lnTo>
                  <a:lnTo>
                    <a:pt x="28463" y="220312"/>
                  </a:lnTo>
                  <a:lnTo>
                    <a:pt x="49421" y="178796"/>
                  </a:lnTo>
                  <a:lnTo>
                    <a:pt x="75376" y="140507"/>
                  </a:lnTo>
                  <a:lnTo>
                    <a:pt x="105886" y="105886"/>
                  </a:lnTo>
                  <a:lnTo>
                    <a:pt x="140506" y="75376"/>
                  </a:lnTo>
                  <a:lnTo>
                    <a:pt x="178796" y="49421"/>
                  </a:lnTo>
                  <a:lnTo>
                    <a:pt x="220312" y="28463"/>
                  </a:lnTo>
                  <a:lnTo>
                    <a:pt x="264612" y="12945"/>
                  </a:lnTo>
                  <a:lnTo>
                    <a:pt x="311252" y="3310"/>
                  </a:lnTo>
                  <a:lnTo>
                    <a:pt x="359790" y="0"/>
                  </a:lnTo>
                  <a:lnTo>
                    <a:pt x="3051299" y="0"/>
                  </a:lnTo>
                  <a:lnTo>
                    <a:pt x="3099837" y="3310"/>
                  </a:lnTo>
                  <a:lnTo>
                    <a:pt x="3146477" y="12945"/>
                  </a:lnTo>
                  <a:lnTo>
                    <a:pt x="3190776" y="28463"/>
                  </a:lnTo>
                  <a:lnTo>
                    <a:pt x="3232292" y="49421"/>
                  </a:lnTo>
                  <a:lnTo>
                    <a:pt x="3270582" y="75376"/>
                  </a:lnTo>
                  <a:lnTo>
                    <a:pt x="3305203" y="105886"/>
                  </a:lnTo>
                  <a:lnTo>
                    <a:pt x="3335712" y="140507"/>
                  </a:lnTo>
                  <a:lnTo>
                    <a:pt x="3361667" y="178796"/>
                  </a:lnTo>
                  <a:lnTo>
                    <a:pt x="3382625" y="220312"/>
                  </a:lnTo>
                  <a:lnTo>
                    <a:pt x="3398143" y="264612"/>
                  </a:lnTo>
                  <a:lnTo>
                    <a:pt x="3407779" y="311252"/>
                  </a:lnTo>
                  <a:lnTo>
                    <a:pt x="3411089" y="359790"/>
                  </a:lnTo>
                  <a:lnTo>
                    <a:pt x="3411089" y="1798699"/>
                  </a:lnTo>
                  <a:lnTo>
                    <a:pt x="3407779" y="1847237"/>
                  </a:lnTo>
                  <a:lnTo>
                    <a:pt x="3398143" y="1893877"/>
                  </a:lnTo>
                  <a:lnTo>
                    <a:pt x="3382625" y="1938176"/>
                  </a:lnTo>
                  <a:lnTo>
                    <a:pt x="3361667" y="1979692"/>
                  </a:lnTo>
                  <a:lnTo>
                    <a:pt x="3335712" y="2017982"/>
                  </a:lnTo>
                  <a:lnTo>
                    <a:pt x="3305203" y="2052603"/>
                  </a:lnTo>
                  <a:lnTo>
                    <a:pt x="3270582" y="2083112"/>
                  </a:lnTo>
                  <a:lnTo>
                    <a:pt x="3232292" y="2109067"/>
                  </a:lnTo>
                  <a:lnTo>
                    <a:pt x="3190776" y="2130025"/>
                  </a:lnTo>
                  <a:lnTo>
                    <a:pt x="3146477" y="2145543"/>
                  </a:lnTo>
                  <a:lnTo>
                    <a:pt x="3099837" y="2155179"/>
                  </a:lnTo>
                  <a:lnTo>
                    <a:pt x="3051299" y="2158489"/>
                  </a:lnTo>
                  <a:close/>
                </a:path>
              </a:pathLst>
            </a:custGeom>
            <a:solidFill>
              <a:srgbClr val="000000">
                <a:alpha val="348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4389180" y="2514660"/>
              <a:ext cx="3401695" cy="2148840"/>
            </a:xfrm>
            <a:custGeom>
              <a:avLst/>
              <a:gdLst/>
              <a:ahLst/>
              <a:cxnLst/>
              <a:rect l="l" t="t" r="r" b="b"/>
              <a:pathLst>
                <a:path w="3401695" h="2148840">
                  <a:moveTo>
                    <a:pt x="3043298" y="2148837"/>
                  </a:moveTo>
                  <a:lnTo>
                    <a:pt x="358139" y="2148837"/>
                  </a:lnTo>
                  <a:lnTo>
                    <a:pt x="309820" y="2145542"/>
                  </a:lnTo>
                  <a:lnTo>
                    <a:pt x="263392" y="2135952"/>
                  </a:lnTo>
                  <a:lnTo>
                    <a:pt x="219295" y="2120506"/>
                  </a:lnTo>
                  <a:lnTo>
                    <a:pt x="177969" y="2099646"/>
                  </a:lnTo>
                  <a:lnTo>
                    <a:pt x="139855" y="2073811"/>
                  </a:lnTo>
                  <a:lnTo>
                    <a:pt x="105394" y="2043443"/>
                  </a:lnTo>
                  <a:lnTo>
                    <a:pt x="75025" y="2008982"/>
                  </a:lnTo>
                  <a:lnTo>
                    <a:pt x="49191" y="1970868"/>
                  </a:lnTo>
                  <a:lnTo>
                    <a:pt x="28330" y="1929542"/>
                  </a:lnTo>
                  <a:lnTo>
                    <a:pt x="12885" y="1885445"/>
                  </a:lnTo>
                  <a:lnTo>
                    <a:pt x="3294" y="1839016"/>
                  </a:lnTo>
                  <a:lnTo>
                    <a:pt x="0" y="1790698"/>
                  </a:lnTo>
                  <a:lnTo>
                    <a:pt x="0" y="358139"/>
                  </a:lnTo>
                  <a:lnTo>
                    <a:pt x="3294" y="309820"/>
                  </a:lnTo>
                  <a:lnTo>
                    <a:pt x="12885" y="263392"/>
                  </a:lnTo>
                  <a:lnTo>
                    <a:pt x="28330" y="219295"/>
                  </a:lnTo>
                  <a:lnTo>
                    <a:pt x="49191" y="177969"/>
                  </a:lnTo>
                  <a:lnTo>
                    <a:pt x="75025" y="139855"/>
                  </a:lnTo>
                  <a:lnTo>
                    <a:pt x="105394" y="105394"/>
                  </a:lnTo>
                  <a:lnTo>
                    <a:pt x="139855" y="75025"/>
                  </a:lnTo>
                  <a:lnTo>
                    <a:pt x="177969" y="49191"/>
                  </a:lnTo>
                  <a:lnTo>
                    <a:pt x="219295" y="28330"/>
                  </a:lnTo>
                  <a:lnTo>
                    <a:pt x="263392" y="12885"/>
                  </a:lnTo>
                  <a:lnTo>
                    <a:pt x="309820" y="3294"/>
                  </a:lnTo>
                  <a:lnTo>
                    <a:pt x="358139" y="0"/>
                  </a:lnTo>
                  <a:lnTo>
                    <a:pt x="3043298" y="0"/>
                  </a:lnTo>
                  <a:lnTo>
                    <a:pt x="3091617" y="3294"/>
                  </a:lnTo>
                  <a:lnTo>
                    <a:pt x="3138045" y="12885"/>
                  </a:lnTo>
                  <a:lnTo>
                    <a:pt x="3182142" y="28330"/>
                  </a:lnTo>
                  <a:lnTo>
                    <a:pt x="3223468" y="49191"/>
                  </a:lnTo>
                  <a:lnTo>
                    <a:pt x="3261582" y="75025"/>
                  </a:lnTo>
                  <a:lnTo>
                    <a:pt x="3296043" y="105394"/>
                  </a:lnTo>
                  <a:lnTo>
                    <a:pt x="3326412" y="139855"/>
                  </a:lnTo>
                  <a:lnTo>
                    <a:pt x="3352246" y="177969"/>
                  </a:lnTo>
                  <a:lnTo>
                    <a:pt x="3373107" y="219295"/>
                  </a:lnTo>
                  <a:lnTo>
                    <a:pt x="3388553" y="263392"/>
                  </a:lnTo>
                  <a:lnTo>
                    <a:pt x="3398143" y="309820"/>
                  </a:lnTo>
                  <a:lnTo>
                    <a:pt x="3401438" y="358139"/>
                  </a:lnTo>
                  <a:lnTo>
                    <a:pt x="3401438" y="1790698"/>
                  </a:lnTo>
                  <a:lnTo>
                    <a:pt x="3398143" y="1839016"/>
                  </a:lnTo>
                  <a:lnTo>
                    <a:pt x="3388553" y="1885445"/>
                  </a:lnTo>
                  <a:lnTo>
                    <a:pt x="3373107" y="1929542"/>
                  </a:lnTo>
                  <a:lnTo>
                    <a:pt x="3352246" y="1970868"/>
                  </a:lnTo>
                  <a:lnTo>
                    <a:pt x="3326412" y="2008982"/>
                  </a:lnTo>
                  <a:lnTo>
                    <a:pt x="3296043" y="2043443"/>
                  </a:lnTo>
                  <a:lnTo>
                    <a:pt x="3261582" y="2073811"/>
                  </a:lnTo>
                  <a:lnTo>
                    <a:pt x="3223468" y="2099646"/>
                  </a:lnTo>
                  <a:lnTo>
                    <a:pt x="3182142" y="2120506"/>
                  </a:lnTo>
                  <a:lnTo>
                    <a:pt x="3138045" y="2135952"/>
                  </a:lnTo>
                  <a:lnTo>
                    <a:pt x="3091617" y="2145542"/>
                  </a:lnTo>
                  <a:lnTo>
                    <a:pt x="3043298" y="2148837"/>
                  </a:lnTo>
                  <a:close/>
                </a:path>
              </a:pathLst>
            </a:custGeom>
            <a:solidFill>
              <a:srgbClr val="F4F7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4384354" y="2509834"/>
              <a:ext cx="3411220" cy="2159000"/>
            </a:xfrm>
            <a:custGeom>
              <a:avLst/>
              <a:gdLst/>
              <a:ahLst/>
              <a:cxnLst/>
              <a:rect l="l" t="t" r="r" b="b"/>
              <a:pathLst>
                <a:path w="3411220" h="2159000">
                  <a:moveTo>
                    <a:pt x="362965" y="2158489"/>
                  </a:moveTo>
                  <a:lnTo>
                    <a:pt x="314415" y="2155151"/>
                  </a:lnTo>
                  <a:lnTo>
                    <a:pt x="314132" y="2155151"/>
                  </a:lnTo>
                  <a:lnTo>
                    <a:pt x="267192" y="2145432"/>
                  </a:lnTo>
                  <a:lnTo>
                    <a:pt x="222450" y="2129779"/>
                  </a:lnTo>
                  <a:lnTo>
                    <a:pt x="180535" y="2108639"/>
                  </a:lnTo>
                  <a:lnTo>
                    <a:pt x="141881" y="2082458"/>
                  </a:lnTo>
                  <a:lnTo>
                    <a:pt x="106932" y="2051682"/>
                  </a:lnTo>
                  <a:lnTo>
                    <a:pt x="76134" y="2016758"/>
                  </a:lnTo>
                  <a:lnTo>
                    <a:pt x="49932" y="1978131"/>
                  </a:lnTo>
                  <a:lnTo>
                    <a:pt x="28772" y="1936247"/>
                  </a:lnTo>
                  <a:lnTo>
                    <a:pt x="13101" y="1891554"/>
                  </a:lnTo>
                  <a:lnTo>
                    <a:pt x="3364" y="1844498"/>
                  </a:lnTo>
                  <a:lnTo>
                    <a:pt x="8" y="1795524"/>
                  </a:lnTo>
                  <a:lnTo>
                    <a:pt x="0" y="362965"/>
                  </a:lnTo>
                  <a:lnTo>
                    <a:pt x="3249" y="315299"/>
                  </a:lnTo>
                  <a:lnTo>
                    <a:pt x="3338" y="313991"/>
                  </a:lnTo>
                  <a:lnTo>
                    <a:pt x="13057" y="266934"/>
                  </a:lnTo>
                  <a:lnTo>
                    <a:pt x="28709" y="222241"/>
                  </a:lnTo>
                  <a:lnTo>
                    <a:pt x="49849" y="180358"/>
                  </a:lnTo>
                  <a:lnTo>
                    <a:pt x="76030" y="141731"/>
                  </a:lnTo>
                  <a:lnTo>
                    <a:pt x="106806" y="106806"/>
                  </a:lnTo>
                  <a:lnTo>
                    <a:pt x="141731" y="76030"/>
                  </a:lnTo>
                  <a:lnTo>
                    <a:pt x="180358" y="49849"/>
                  </a:lnTo>
                  <a:lnTo>
                    <a:pt x="222241" y="28709"/>
                  </a:lnTo>
                  <a:lnTo>
                    <a:pt x="266934" y="13057"/>
                  </a:lnTo>
                  <a:lnTo>
                    <a:pt x="313991" y="3338"/>
                  </a:lnTo>
                  <a:lnTo>
                    <a:pt x="362965" y="0"/>
                  </a:lnTo>
                  <a:lnTo>
                    <a:pt x="362965" y="4699"/>
                  </a:lnTo>
                  <a:lnTo>
                    <a:pt x="3103684" y="4699"/>
                  </a:lnTo>
                  <a:lnTo>
                    <a:pt x="3127051" y="9524"/>
                  </a:lnTo>
                  <a:lnTo>
                    <a:pt x="362965" y="9524"/>
                  </a:lnTo>
                  <a:lnTo>
                    <a:pt x="315260" y="12778"/>
                  </a:lnTo>
                  <a:lnTo>
                    <a:pt x="269423" y="22247"/>
                  </a:lnTo>
                  <a:lnTo>
                    <a:pt x="225891" y="37496"/>
                  </a:lnTo>
                  <a:lnTo>
                    <a:pt x="185100" y="58090"/>
                  </a:lnTo>
                  <a:lnTo>
                    <a:pt x="147485" y="83593"/>
                  </a:lnTo>
                  <a:lnTo>
                    <a:pt x="113480" y="113569"/>
                  </a:lnTo>
                  <a:lnTo>
                    <a:pt x="83518" y="147583"/>
                  </a:lnTo>
                  <a:lnTo>
                    <a:pt x="58033" y="185198"/>
                  </a:lnTo>
                  <a:lnTo>
                    <a:pt x="37460" y="225980"/>
                  </a:lnTo>
                  <a:lnTo>
                    <a:pt x="22229" y="269492"/>
                  </a:lnTo>
                  <a:lnTo>
                    <a:pt x="12773" y="315299"/>
                  </a:lnTo>
                  <a:lnTo>
                    <a:pt x="9524" y="362965"/>
                  </a:lnTo>
                  <a:lnTo>
                    <a:pt x="9524" y="1795524"/>
                  </a:lnTo>
                  <a:lnTo>
                    <a:pt x="12781" y="1843216"/>
                  </a:lnTo>
                  <a:lnTo>
                    <a:pt x="22253" y="1889041"/>
                  </a:lnTo>
                  <a:lnTo>
                    <a:pt x="37505" y="1932562"/>
                  </a:lnTo>
                  <a:lnTo>
                    <a:pt x="58100" y="1973347"/>
                  </a:lnTo>
                  <a:lnTo>
                    <a:pt x="83602" y="2010960"/>
                  </a:lnTo>
                  <a:lnTo>
                    <a:pt x="113575" y="2044967"/>
                  </a:lnTo>
                  <a:lnTo>
                    <a:pt x="147586" y="2074934"/>
                  </a:lnTo>
                  <a:lnTo>
                    <a:pt x="185198" y="2100427"/>
                  </a:lnTo>
                  <a:lnTo>
                    <a:pt x="225977" y="2121010"/>
                  </a:lnTo>
                  <a:lnTo>
                    <a:pt x="269490" y="2136251"/>
                  </a:lnTo>
                  <a:lnTo>
                    <a:pt x="315308" y="2145713"/>
                  </a:lnTo>
                  <a:lnTo>
                    <a:pt x="362965" y="2148964"/>
                  </a:lnTo>
                  <a:lnTo>
                    <a:pt x="3127051" y="2148964"/>
                  </a:lnTo>
                  <a:lnTo>
                    <a:pt x="3103683" y="2153790"/>
                  </a:lnTo>
                  <a:lnTo>
                    <a:pt x="362965" y="2153790"/>
                  </a:lnTo>
                  <a:lnTo>
                    <a:pt x="362965" y="2158489"/>
                  </a:lnTo>
                  <a:close/>
                </a:path>
                <a:path w="3411220" h="2159000">
                  <a:moveTo>
                    <a:pt x="3048124" y="4699"/>
                  </a:moveTo>
                  <a:lnTo>
                    <a:pt x="362965" y="4699"/>
                  </a:lnTo>
                  <a:lnTo>
                    <a:pt x="362965" y="0"/>
                  </a:lnTo>
                  <a:lnTo>
                    <a:pt x="3048124" y="0"/>
                  </a:lnTo>
                  <a:lnTo>
                    <a:pt x="3048124" y="4699"/>
                  </a:lnTo>
                  <a:close/>
                </a:path>
                <a:path w="3411220" h="2159000">
                  <a:moveTo>
                    <a:pt x="3103684" y="4699"/>
                  </a:moveTo>
                  <a:lnTo>
                    <a:pt x="3048124" y="4699"/>
                  </a:lnTo>
                  <a:lnTo>
                    <a:pt x="3048124" y="0"/>
                  </a:lnTo>
                  <a:lnTo>
                    <a:pt x="3097098" y="3338"/>
                  </a:lnTo>
                  <a:lnTo>
                    <a:pt x="3103684" y="4699"/>
                  </a:lnTo>
                  <a:close/>
                </a:path>
                <a:path w="3411220" h="2159000">
                  <a:moveTo>
                    <a:pt x="3127051" y="2148964"/>
                  </a:moveTo>
                  <a:lnTo>
                    <a:pt x="3048124" y="2148964"/>
                  </a:lnTo>
                  <a:lnTo>
                    <a:pt x="3095790" y="2145713"/>
                  </a:lnTo>
                  <a:lnTo>
                    <a:pt x="3141597" y="2136251"/>
                  </a:lnTo>
                  <a:lnTo>
                    <a:pt x="3185109" y="2121010"/>
                  </a:lnTo>
                  <a:lnTo>
                    <a:pt x="3225890" y="2100427"/>
                  </a:lnTo>
                  <a:lnTo>
                    <a:pt x="3263506" y="2074934"/>
                  </a:lnTo>
                  <a:lnTo>
                    <a:pt x="3297520" y="2044967"/>
                  </a:lnTo>
                  <a:lnTo>
                    <a:pt x="3327496" y="2010960"/>
                  </a:lnTo>
                  <a:lnTo>
                    <a:pt x="3352999" y="1973347"/>
                  </a:lnTo>
                  <a:lnTo>
                    <a:pt x="3373592" y="1932562"/>
                  </a:lnTo>
                  <a:lnTo>
                    <a:pt x="3388842" y="1889041"/>
                  </a:lnTo>
                  <a:lnTo>
                    <a:pt x="3398311" y="1843216"/>
                  </a:lnTo>
                  <a:lnTo>
                    <a:pt x="3401564" y="1795524"/>
                  </a:lnTo>
                  <a:lnTo>
                    <a:pt x="3401564" y="362965"/>
                  </a:lnTo>
                  <a:lnTo>
                    <a:pt x="3398313" y="315299"/>
                  </a:lnTo>
                  <a:lnTo>
                    <a:pt x="3388851" y="269492"/>
                  </a:lnTo>
                  <a:lnTo>
                    <a:pt x="3373610" y="225980"/>
                  </a:lnTo>
                  <a:lnTo>
                    <a:pt x="3353027" y="185198"/>
                  </a:lnTo>
                  <a:lnTo>
                    <a:pt x="3327534" y="147583"/>
                  </a:lnTo>
                  <a:lnTo>
                    <a:pt x="3297567" y="113569"/>
                  </a:lnTo>
                  <a:lnTo>
                    <a:pt x="3263560" y="83593"/>
                  </a:lnTo>
                  <a:lnTo>
                    <a:pt x="3225947" y="58090"/>
                  </a:lnTo>
                  <a:lnTo>
                    <a:pt x="3185163" y="37496"/>
                  </a:lnTo>
                  <a:lnTo>
                    <a:pt x="3141641" y="22247"/>
                  </a:lnTo>
                  <a:lnTo>
                    <a:pt x="3095816" y="12778"/>
                  </a:lnTo>
                  <a:lnTo>
                    <a:pt x="3048124" y="9524"/>
                  </a:lnTo>
                  <a:lnTo>
                    <a:pt x="3127051" y="9524"/>
                  </a:lnTo>
                  <a:lnTo>
                    <a:pt x="3188847" y="28709"/>
                  </a:lnTo>
                  <a:lnTo>
                    <a:pt x="3230731" y="49849"/>
                  </a:lnTo>
                  <a:lnTo>
                    <a:pt x="3269358" y="76030"/>
                  </a:lnTo>
                  <a:lnTo>
                    <a:pt x="3304282" y="106806"/>
                  </a:lnTo>
                  <a:lnTo>
                    <a:pt x="3335058" y="141731"/>
                  </a:lnTo>
                  <a:lnTo>
                    <a:pt x="3361239" y="180358"/>
                  </a:lnTo>
                  <a:lnTo>
                    <a:pt x="3382379" y="222241"/>
                  </a:lnTo>
                  <a:lnTo>
                    <a:pt x="3398032" y="266934"/>
                  </a:lnTo>
                  <a:lnTo>
                    <a:pt x="3407750" y="313991"/>
                  </a:lnTo>
                  <a:lnTo>
                    <a:pt x="3411089" y="362965"/>
                  </a:lnTo>
                  <a:lnTo>
                    <a:pt x="3411089" y="1795524"/>
                  </a:lnTo>
                  <a:lnTo>
                    <a:pt x="3407838" y="1843216"/>
                  </a:lnTo>
                  <a:lnTo>
                    <a:pt x="3398032" y="1891554"/>
                  </a:lnTo>
                  <a:lnTo>
                    <a:pt x="3382379" y="1936247"/>
                  </a:lnTo>
                  <a:lnTo>
                    <a:pt x="3361239" y="1978131"/>
                  </a:lnTo>
                  <a:lnTo>
                    <a:pt x="3335058" y="2016758"/>
                  </a:lnTo>
                  <a:lnTo>
                    <a:pt x="3304282" y="2051682"/>
                  </a:lnTo>
                  <a:lnTo>
                    <a:pt x="3269358" y="2082458"/>
                  </a:lnTo>
                  <a:lnTo>
                    <a:pt x="3230731" y="2108639"/>
                  </a:lnTo>
                  <a:lnTo>
                    <a:pt x="3188847" y="2129779"/>
                  </a:lnTo>
                  <a:lnTo>
                    <a:pt x="3144154" y="2145432"/>
                  </a:lnTo>
                  <a:lnTo>
                    <a:pt x="3127051" y="2148964"/>
                  </a:lnTo>
                  <a:close/>
                </a:path>
                <a:path w="3411220" h="2159000">
                  <a:moveTo>
                    <a:pt x="3048124" y="2158489"/>
                  </a:moveTo>
                  <a:lnTo>
                    <a:pt x="362965" y="2158489"/>
                  </a:lnTo>
                  <a:lnTo>
                    <a:pt x="362965" y="2153790"/>
                  </a:lnTo>
                  <a:lnTo>
                    <a:pt x="3048124" y="2153790"/>
                  </a:lnTo>
                  <a:lnTo>
                    <a:pt x="3048124" y="2158489"/>
                  </a:lnTo>
                  <a:close/>
                </a:path>
                <a:path w="3411220" h="2159000">
                  <a:moveTo>
                    <a:pt x="3048124" y="2158489"/>
                  </a:moveTo>
                  <a:lnTo>
                    <a:pt x="3048124" y="2153790"/>
                  </a:lnTo>
                  <a:lnTo>
                    <a:pt x="3103683" y="2153790"/>
                  </a:lnTo>
                  <a:lnTo>
                    <a:pt x="3097098" y="2155151"/>
                  </a:lnTo>
                  <a:lnTo>
                    <a:pt x="3048124" y="2158489"/>
                  </a:lnTo>
                  <a:close/>
                </a:path>
              </a:pathLst>
            </a:custGeom>
            <a:solidFill>
              <a:srgbClr val="DBE3E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4389180" y="4663370"/>
              <a:ext cx="73660" cy="23495"/>
            </a:xfrm>
            <a:custGeom>
              <a:avLst/>
              <a:gdLst/>
              <a:ahLst/>
              <a:cxnLst/>
              <a:rect l="l" t="t" r="r" b="b"/>
              <a:pathLst>
                <a:path w="73660" h="23495">
                  <a:moveTo>
                    <a:pt x="0" y="23114"/>
                  </a:moveTo>
                  <a:lnTo>
                    <a:pt x="73151" y="23114"/>
                  </a:lnTo>
                  <a:lnTo>
                    <a:pt x="73151" y="0"/>
                  </a:lnTo>
                  <a:lnTo>
                    <a:pt x="0" y="0"/>
                  </a:lnTo>
                  <a:lnTo>
                    <a:pt x="0" y="23114"/>
                  </a:lnTo>
                  <a:close/>
                </a:path>
              </a:pathLst>
            </a:custGeom>
            <a:solidFill>
              <a:srgbClr val="000000">
                <a:alpha val="348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4389180" y="2514533"/>
              <a:ext cx="73660" cy="2148840"/>
            </a:xfrm>
            <a:custGeom>
              <a:avLst/>
              <a:gdLst/>
              <a:ahLst/>
              <a:cxnLst/>
              <a:rect l="l" t="t" r="r" b="b"/>
              <a:pathLst>
                <a:path w="73660" h="2148840">
                  <a:moveTo>
                    <a:pt x="73151" y="2148837"/>
                  </a:moveTo>
                  <a:lnTo>
                    <a:pt x="0" y="2148837"/>
                  </a:lnTo>
                  <a:lnTo>
                    <a:pt x="0" y="0"/>
                  </a:lnTo>
                  <a:lnTo>
                    <a:pt x="73151" y="0"/>
                  </a:lnTo>
                  <a:lnTo>
                    <a:pt x="73151" y="2148837"/>
                  </a:lnTo>
                  <a:close/>
                </a:path>
              </a:pathLst>
            </a:custGeom>
            <a:solidFill>
              <a:srgbClr val="1A905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/>
          <p:cNvSpPr txBox="1"/>
          <p:nvPr/>
        </p:nvSpPr>
        <p:spPr>
          <a:xfrm>
            <a:off x="4678171" y="2808004"/>
            <a:ext cx="2863850" cy="1193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020"/>
              </a:lnSpc>
              <a:spcBef>
                <a:spcPts val="100"/>
              </a:spcBef>
            </a:pPr>
            <a:r>
              <a:rPr dirty="0" sz="1700" b="1" i="1">
                <a:solidFill>
                  <a:srgbClr val="092649"/>
                </a:solidFill>
                <a:latin typeface="Arial"/>
                <a:cs typeface="Arial"/>
              </a:rPr>
              <a:t>Owner</a:t>
            </a:r>
            <a:r>
              <a:rPr dirty="0" sz="1700" spc="-65" b="1" i="1">
                <a:solidFill>
                  <a:srgbClr val="092649"/>
                </a:solidFill>
                <a:latin typeface="Arial"/>
                <a:cs typeface="Arial"/>
              </a:rPr>
              <a:t> </a:t>
            </a:r>
            <a:r>
              <a:rPr dirty="0" sz="1700" spc="-10" b="1" i="1">
                <a:solidFill>
                  <a:srgbClr val="092649"/>
                </a:solidFill>
                <a:latin typeface="Arial"/>
                <a:cs typeface="Arial"/>
              </a:rPr>
              <a:t>Experience</a:t>
            </a:r>
            <a:endParaRPr sz="1700">
              <a:latin typeface="Arial"/>
              <a:cs typeface="Arial"/>
            </a:endParaRPr>
          </a:p>
          <a:p>
            <a:pPr marL="12700" marR="5080">
              <a:lnSpc>
                <a:spcPts val="1800"/>
              </a:lnSpc>
              <a:spcBef>
                <a:spcPts val="40"/>
              </a:spcBef>
            </a:pPr>
            <a:r>
              <a:rPr dirty="0" sz="1500">
                <a:solidFill>
                  <a:srgbClr val="161D29"/>
                </a:solidFill>
                <a:latin typeface="Arial MT"/>
                <a:cs typeface="Arial MT"/>
              </a:rPr>
              <a:t>Register</a:t>
            </a:r>
            <a:r>
              <a:rPr dirty="0" sz="1500" spc="-55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500">
                <a:solidFill>
                  <a:srgbClr val="161D29"/>
                </a:solidFill>
                <a:latin typeface="Arial MT"/>
                <a:cs typeface="Arial MT"/>
              </a:rPr>
              <a:t>parking</a:t>
            </a:r>
            <a:r>
              <a:rPr dirty="0" sz="1500" spc="-50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500">
                <a:solidFill>
                  <a:srgbClr val="161D29"/>
                </a:solidFill>
                <a:latin typeface="Arial MT"/>
                <a:cs typeface="Arial MT"/>
              </a:rPr>
              <a:t>spaces,</a:t>
            </a:r>
            <a:r>
              <a:rPr dirty="0" sz="1500" spc="-55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500" spc="-10">
                <a:solidFill>
                  <a:srgbClr val="161D29"/>
                </a:solidFill>
                <a:latin typeface="Arial MT"/>
                <a:cs typeface="Arial MT"/>
              </a:rPr>
              <a:t>manage </a:t>
            </a:r>
            <a:r>
              <a:rPr dirty="0" sz="1500">
                <a:solidFill>
                  <a:srgbClr val="161D29"/>
                </a:solidFill>
                <a:latin typeface="Arial MT"/>
                <a:cs typeface="Arial MT"/>
              </a:rPr>
              <a:t>listings,</a:t>
            </a:r>
            <a:r>
              <a:rPr dirty="0" sz="1500" spc="-55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500">
                <a:solidFill>
                  <a:srgbClr val="161D29"/>
                </a:solidFill>
                <a:latin typeface="Arial MT"/>
                <a:cs typeface="Arial MT"/>
              </a:rPr>
              <a:t>monitor</a:t>
            </a:r>
            <a:r>
              <a:rPr dirty="0" sz="1500" spc="-55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500">
                <a:solidFill>
                  <a:srgbClr val="161D29"/>
                </a:solidFill>
                <a:latin typeface="Arial MT"/>
                <a:cs typeface="Arial MT"/>
              </a:rPr>
              <a:t>bookings,</a:t>
            </a:r>
            <a:r>
              <a:rPr dirty="0" sz="1500" spc="-55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500" spc="-25">
                <a:solidFill>
                  <a:srgbClr val="161D29"/>
                </a:solidFill>
                <a:latin typeface="Arial MT"/>
                <a:cs typeface="Arial MT"/>
              </a:rPr>
              <a:t>and </a:t>
            </a:r>
            <a:r>
              <a:rPr dirty="0" sz="1500">
                <a:solidFill>
                  <a:srgbClr val="161D29"/>
                </a:solidFill>
                <a:latin typeface="Arial MT"/>
                <a:cs typeface="Arial MT"/>
              </a:rPr>
              <a:t>access</a:t>
            </a:r>
            <a:r>
              <a:rPr dirty="0" sz="1500" spc="-55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500" spc="-10">
                <a:solidFill>
                  <a:srgbClr val="161D29"/>
                </a:solidFill>
                <a:latin typeface="Arial MT"/>
                <a:cs typeface="Arial MT"/>
              </a:rPr>
              <a:t>AI-</a:t>
            </a:r>
            <a:r>
              <a:rPr dirty="0" sz="1500">
                <a:solidFill>
                  <a:srgbClr val="161D29"/>
                </a:solidFill>
                <a:latin typeface="Arial MT"/>
                <a:cs typeface="Arial MT"/>
              </a:rPr>
              <a:t>generated</a:t>
            </a:r>
            <a:r>
              <a:rPr dirty="0" sz="1500" spc="-50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500" spc="-10">
                <a:solidFill>
                  <a:srgbClr val="161D29"/>
                </a:solidFill>
                <a:latin typeface="Arial MT"/>
                <a:cs typeface="Arial MT"/>
              </a:rPr>
              <a:t>demand</a:t>
            </a:r>
            <a:r>
              <a:rPr dirty="0" sz="1500" spc="500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500">
                <a:solidFill>
                  <a:srgbClr val="161D29"/>
                </a:solidFill>
                <a:latin typeface="Arial MT"/>
                <a:cs typeface="Arial MT"/>
              </a:rPr>
              <a:t>and</a:t>
            </a:r>
            <a:r>
              <a:rPr dirty="0" sz="1500" spc="-35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500">
                <a:solidFill>
                  <a:srgbClr val="161D29"/>
                </a:solidFill>
                <a:latin typeface="Arial MT"/>
                <a:cs typeface="Arial MT"/>
              </a:rPr>
              <a:t>pricing</a:t>
            </a:r>
            <a:r>
              <a:rPr dirty="0" sz="1500" spc="-35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500" spc="-10">
                <a:solidFill>
                  <a:srgbClr val="161D29"/>
                </a:solidFill>
                <a:latin typeface="Arial MT"/>
                <a:cs typeface="Arial MT"/>
              </a:rPr>
              <a:t>insights.</a:t>
            </a:r>
            <a:endParaRPr sz="1500">
              <a:latin typeface="Arial MT"/>
              <a:cs typeface="Arial MT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8087673" y="2509834"/>
            <a:ext cx="3411220" cy="2181860"/>
            <a:chOff x="8087673" y="2509834"/>
            <a:chExt cx="3411220" cy="2181860"/>
          </a:xfrm>
        </p:grpSpPr>
        <p:sp>
          <p:nvSpPr>
            <p:cNvPr id="18" name="object 18"/>
            <p:cNvSpPr/>
            <p:nvPr/>
          </p:nvSpPr>
          <p:spPr>
            <a:xfrm>
              <a:off x="8087673" y="2532821"/>
              <a:ext cx="3411220" cy="2159000"/>
            </a:xfrm>
            <a:custGeom>
              <a:avLst/>
              <a:gdLst/>
              <a:ahLst/>
              <a:cxnLst/>
              <a:rect l="l" t="t" r="r" b="b"/>
              <a:pathLst>
                <a:path w="3411220" h="2159000">
                  <a:moveTo>
                    <a:pt x="3051298" y="2158489"/>
                  </a:moveTo>
                  <a:lnTo>
                    <a:pt x="359790" y="2158489"/>
                  </a:lnTo>
                  <a:lnTo>
                    <a:pt x="311392" y="2155179"/>
                  </a:lnTo>
                  <a:lnTo>
                    <a:pt x="264867" y="2145543"/>
                  </a:lnTo>
                  <a:lnTo>
                    <a:pt x="220516" y="2130025"/>
                  </a:lnTo>
                  <a:lnTo>
                    <a:pt x="178964" y="2109067"/>
                  </a:lnTo>
                  <a:lnTo>
                    <a:pt x="140643" y="2083112"/>
                  </a:lnTo>
                  <a:lnTo>
                    <a:pt x="105994" y="2052603"/>
                  </a:lnTo>
                  <a:lnTo>
                    <a:pt x="75458" y="2017982"/>
                  </a:lnTo>
                  <a:lnTo>
                    <a:pt x="49479" y="1979692"/>
                  </a:lnTo>
                  <a:lnTo>
                    <a:pt x="28499" y="1938176"/>
                  </a:lnTo>
                  <a:lnTo>
                    <a:pt x="12964" y="1893877"/>
                  </a:lnTo>
                  <a:lnTo>
                    <a:pt x="3316" y="1847237"/>
                  </a:lnTo>
                  <a:lnTo>
                    <a:pt x="0" y="1798699"/>
                  </a:lnTo>
                  <a:lnTo>
                    <a:pt x="0" y="359790"/>
                  </a:lnTo>
                  <a:lnTo>
                    <a:pt x="3310" y="311252"/>
                  </a:lnTo>
                  <a:lnTo>
                    <a:pt x="12945" y="264612"/>
                  </a:lnTo>
                  <a:lnTo>
                    <a:pt x="28463" y="220312"/>
                  </a:lnTo>
                  <a:lnTo>
                    <a:pt x="49421" y="178796"/>
                  </a:lnTo>
                  <a:lnTo>
                    <a:pt x="75376" y="140507"/>
                  </a:lnTo>
                  <a:lnTo>
                    <a:pt x="105886" y="105886"/>
                  </a:lnTo>
                  <a:lnTo>
                    <a:pt x="140507" y="75376"/>
                  </a:lnTo>
                  <a:lnTo>
                    <a:pt x="178797" y="49421"/>
                  </a:lnTo>
                  <a:lnTo>
                    <a:pt x="220313" y="28463"/>
                  </a:lnTo>
                  <a:lnTo>
                    <a:pt x="264612" y="12945"/>
                  </a:lnTo>
                  <a:lnTo>
                    <a:pt x="311252" y="3310"/>
                  </a:lnTo>
                  <a:lnTo>
                    <a:pt x="359790" y="0"/>
                  </a:lnTo>
                  <a:lnTo>
                    <a:pt x="3051298" y="0"/>
                  </a:lnTo>
                  <a:lnTo>
                    <a:pt x="3099836" y="3310"/>
                  </a:lnTo>
                  <a:lnTo>
                    <a:pt x="3146476" y="12945"/>
                  </a:lnTo>
                  <a:lnTo>
                    <a:pt x="3190775" y="28463"/>
                  </a:lnTo>
                  <a:lnTo>
                    <a:pt x="3232291" y="49421"/>
                  </a:lnTo>
                  <a:lnTo>
                    <a:pt x="3270581" y="75376"/>
                  </a:lnTo>
                  <a:lnTo>
                    <a:pt x="3305202" y="105886"/>
                  </a:lnTo>
                  <a:lnTo>
                    <a:pt x="3335712" y="140507"/>
                  </a:lnTo>
                  <a:lnTo>
                    <a:pt x="3361667" y="178796"/>
                  </a:lnTo>
                  <a:lnTo>
                    <a:pt x="3382625" y="220312"/>
                  </a:lnTo>
                  <a:lnTo>
                    <a:pt x="3398143" y="264612"/>
                  </a:lnTo>
                  <a:lnTo>
                    <a:pt x="3407778" y="311252"/>
                  </a:lnTo>
                  <a:lnTo>
                    <a:pt x="3411089" y="359790"/>
                  </a:lnTo>
                  <a:lnTo>
                    <a:pt x="3411089" y="1798699"/>
                  </a:lnTo>
                  <a:lnTo>
                    <a:pt x="3407778" y="1847237"/>
                  </a:lnTo>
                  <a:lnTo>
                    <a:pt x="3398143" y="1893877"/>
                  </a:lnTo>
                  <a:lnTo>
                    <a:pt x="3382625" y="1938176"/>
                  </a:lnTo>
                  <a:lnTo>
                    <a:pt x="3361667" y="1979692"/>
                  </a:lnTo>
                  <a:lnTo>
                    <a:pt x="3335712" y="2017982"/>
                  </a:lnTo>
                  <a:lnTo>
                    <a:pt x="3305202" y="2052603"/>
                  </a:lnTo>
                  <a:lnTo>
                    <a:pt x="3270581" y="2083112"/>
                  </a:lnTo>
                  <a:lnTo>
                    <a:pt x="3232291" y="2109067"/>
                  </a:lnTo>
                  <a:lnTo>
                    <a:pt x="3190775" y="2130025"/>
                  </a:lnTo>
                  <a:lnTo>
                    <a:pt x="3146476" y="2145543"/>
                  </a:lnTo>
                  <a:lnTo>
                    <a:pt x="3099836" y="2155179"/>
                  </a:lnTo>
                  <a:lnTo>
                    <a:pt x="3051298" y="2158489"/>
                  </a:lnTo>
                  <a:close/>
                </a:path>
              </a:pathLst>
            </a:custGeom>
            <a:solidFill>
              <a:srgbClr val="000000">
                <a:alpha val="348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8092499" y="2514660"/>
              <a:ext cx="3401695" cy="2148840"/>
            </a:xfrm>
            <a:custGeom>
              <a:avLst/>
              <a:gdLst/>
              <a:ahLst/>
              <a:cxnLst/>
              <a:rect l="l" t="t" r="r" b="b"/>
              <a:pathLst>
                <a:path w="3401695" h="2148840">
                  <a:moveTo>
                    <a:pt x="3043296" y="2148837"/>
                  </a:moveTo>
                  <a:lnTo>
                    <a:pt x="358139" y="2148837"/>
                  </a:lnTo>
                  <a:lnTo>
                    <a:pt x="309820" y="2145542"/>
                  </a:lnTo>
                  <a:lnTo>
                    <a:pt x="263391" y="2135952"/>
                  </a:lnTo>
                  <a:lnTo>
                    <a:pt x="219294" y="2120506"/>
                  </a:lnTo>
                  <a:lnTo>
                    <a:pt x="177968" y="2099646"/>
                  </a:lnTo>
                  <a:lnTo>
                    <a:pt x="139855" y="2073811"/>
                  </a:lnTo>
                  <a:lnTo>
                    <a:pt x="105393" y="2043443"/>
                  </a:lnTo>
                  <a:lnTo>
                    <a:pt x="75025" y="2008982"/>
                  </a:lnTo>
                  <a:lnTo>
                    <a:pt x="49191" y="1970868"/>
                  </a:lnTo>
                  <a:lnTo>
                    <a:pt x="28330" y="1929542"/>
                  </a:lnTo>
                  <a:lnTo>
                    <a:pt x="12885" y="1885445"/>
                  </a:lnTo>
                  <a:lnTo>
                    <a:pt x="3294" y="1839016"/>
                  </a:lnTo>
                  <a:lnTo>
                    <a:pt x="0" y="1790698"/>
                  </a:lnTo>
                  <a:lnTo>
                    <a:pt x="0" y="358139"/>
                  </a:lnTo>
                  <a:lnTo>
                    <a:pt x="3294" y="309820"/>
                  </a:lnTo>
                  <a:lnTo>
                    <a:pt x="12885" y="263392"/>
                  </a:lnTo>
                  <a:lnTo>
                    <a:pt x="28330" y="219295"/>
                  </a:lnTo>
                  <a:lnTo>
                    <a:pt x="49191" y="177969"/>
                  </a:lnTo>
                  <a:lnTo>
                    <a:pt x="75025" y="139855"/>
                  </a:lnTo>
                  <a:lnTo>
                    <a:pt x="105393" y="105394"/>
                  </a:lnTo>
                  <a:lnTo>
                    <a:pt x="139855" y="75025"/>
                  </a:lnTo>
                  <a:lnTo>
                    <a:pt x="177968" y="49191"/>
                  </a:lnTo>
                  <a:lnTo>
                    <a:pt x="219294" y="28330"/>
                  </a:lnTo>
                  <a:lnTo>
                    <a:pt x="263391" y="12885"/>
                  </a:lnTo>
                  <a:lnTo>
                    <a:pt x="309820" y="3294"/>
                  </a:lnTo>
                  <a:lnTo>
                    <a:pt x="358139" y="0"/>
                  </a:lnTo>
                  <a:lnTo>
                    <a:pt x="3043296" y="0"/>
                  </a:lnTo>
                  <a:lnTo>
                    <a:pt x="3091615" y="3294"/>
                  </a:lnTo>
                  <a:lnTo>
                    <a:pt x="3138043" y="12885"/>
                  </a:lnTo>
                  <a:lnTo>
                    <a:pt x="3182141" y="28330"/>
                  </a:lnTo>
                  <a:lnTo>
                    <a:pt x="3223467" y="49191"/>
                  </a:lnTo>
                  <a:lnTo>
                    <a:pt x="3261580" y="75025"/>
                  </a:lnTo>
                  <a:lnTo>
                    <a:pt x="3296042" y="105394"/>
                  </a:lnTo>
                  <a:lnTo>
                    <a:pt x="3326410" y="139855"/>
                  </a:lnTo>
                  <a:lnTo>
                    <a:pt x="3352244" y="177969"/>
                  </a:lnTo>
                  <a:lnTo>
                    <a:pt x="3373105" y="219295"/>
                  </a:lnTo>
                  <a:lnTo>
                    <a:pt x="3388550" y="263392"/>
                  </a:lnTo>
                  <a:lnTo>
                    <a:pt x="3398141" y="309820"/>
                  </a:lnTo>
                  <a:lnTo>
                    <a:pt x="3401436" y="358139"/>
                  </a:lnTo>
                  <a:lnTo>
                    <a:pt x="3401436" y="1790698"/>
                  </a:lnTo>
                  <a:lnTo>
                    <a:pt x="3398141" y="1839016"/>
                  </a:lnTo>
                  <a:lnTo>
                    <a:pt x="3388550" y="1885445"/>
                  </a:lnTo>
                  <a:lnTo>
                    <a:pt x="3373105" y="1929542"/>
                  </a:lnTo>
                  <a:lnTo>
                    <a:pt x="3352244" y="1970868"/>
                  </a:lnTo>
                  <a:lnTo>
                    <a:pt x="3326410" y="2008982"/>
                  </a:lnTo>
                  <a:lnTo>
                    <a:pt x="3296042" y="2043443"/>
                  </a:lnTo>
                  <a:lnTo>
                    <a:pt x="3261580" y="2073811"/>
                  </a:lnTo>
                  <a:lnTo>
                    <a:pt x="3223467" y="2099646"/>
                  </a:lnTo>
                  <a:lnTo>
                    <a:pt x="3182141" y="2120506"/>
                  </a:lnTo>
                  <a:lnTo>
                    <a:pt x="3138043" y="2135952"/>
                  </a:lnTo>
                  <a:lnTo>
                    <a:pt x="3091615" y="2145542"/>
                  </a:lnTo>
                  <a:lnTo>
                    <a:pt x="3043296" y="2148837"/>
                  </a:lnTo>
                  <a:close/>
                </a:path>
              </a:pathLst>
            </a:custGeom>
            <a:solidFill>
              <a:srgbClr val="F4F7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8087673" y="2509834"/>
              <a:ext cx="3411220" cy="2159000"/>
            </a:xfrm>
            <a:custGeom>
              <a:avLst/>
              <a:gdLst/>
              <a:ahLst/>
              <a:cxnLst/>
              <a:rect l="l" t="t" r="r" b="b"/>
              <a:pathLst>
                <a:path w="3411220" h="2159000">
                  <a:moveTo>
                    <a:pt x="362965" y="2158489"/>
                  </a:moveTo>
                  <a:lnTo>
                    <a:pt x="314415" y="2155151"/>
                  </a:lnTo>
                  <a:lnTo>
                    <a:pt x="314132" y="2155151"/>
                  </a:lnTo>
                  <a:lnTo>
                    <a:pt x="267193" y="2145432"/>
                  </a:lnTo>
                  <a:lnTo>
                    <a:pt x="222451" y="2129779"/>
                  </a:lnTo>
                  <a:lnTo>
                    <a:pt x="180535" y="2108639"/>
                  </a:lnTo>
                  <a:lnTo>
                    <a:pt x="141881" y="2082458"/>
                  </a:lnTo>
                  <a:lnTo>
                    <a:pt x="106933" y="2051682"/>
                  </a:lnTo>
                  <a:lnTo>
                    <a:pt x="76134" y="2016758"/>
                  </a:lnTo>
                  <a:lnTo>
                    <a:pt x="49932" y="1978131"/>
                  </a:lnTo>
                  <a:lnTo>
                    <a:pt x="28773" y="1936247"/>
                  </a:lnTo>
                  <a:lnTo>
                    <a:pt x="13101" y="1891554"/>
                  </a:lnTo>
                  <a:lnTo>
                    <a:pt x="3364" y="1844498"/>
                  </a:lnTo>
                  <a:lnTo>
                    <a:pt x="8" y="1795524"/>
                  </a:lnTo>
                  <a:lnTo>
                    <a:pt x="0" y="362965"/>
                  </a:lnTo>
                  <a:lnTo>
                    <a:pt x="3249" y="315299"/>
                  </a:lnTo>
                  <a:lnTo>
                    <a:pt x="13057" y="266934"/>
                  </a:lnTo>
                  <a:lnTo>
                    <a:pt x="28709" y="222241"/>
                  </a:lnTo>
                  <a:lnTo>
                    <a:pt x="49849" y="180358"/>
                  </a:lnTo>
                  <a:lnTo>
                    <a:pt x="76030" y="141731"/>
                  </a:lnTo>
                  <a:lnTo>
                    <a:pt x="106806" y="106806"/>
                  </a:lnTo>
                  <a:lnTo>
                    <a:pt x="141731" y="76030"/>
                  </a:lnTo>
                  <a:lnTo>
                    <a:pt x="180358" y="49849"/>
                  </a:lnTo>
                  <a:lnTo>
                    <a:pt x="222241" y="28709"/>
                  </a:lnTo>
                  <a:lnTo>
                    <a:pt x="266934" y="13057"/>
                  </a:lnTo>
                  <a:lnTo>
                    <a:pt x="313991" y="3338"/>
                  </a:lnTo>
                  <a:lnTo>
                    <a:pt x="362965" y="0"/>
                  </a:lnTo>
                  <a:lnTo>
                    <a:pt x="362965" y="4699"/>
                  </a:lnTo>
                  <a:lnTo>
                    <a:pt x="3103683" y="4699"/>
                  </a:lnTo>
                  <a:lnTo>
                    <a:pt x="3127050" y="9524"/>
                  </a:lnTo>
                  <a:lnTo>
                    <a:pt x="362965" y="9524"/>
                  </a:lnTo>
                  <a:lnTo>
                    <a:pt x="315261" y="12778"/>
                  </a:lnTo>
                  <a:lnTo>
                    <a:pt x="269423" y="22247"/>
                  </a:lnTo>
                  <a:lnTo>
                    <a:pt x="225891" y="37496"/>
                  </a:lnTo>
                  <a:lnTo>
                    <a:pt x="185100" y="58090"/>
                  </a:lnTo>
                  <a:lnTo>
                    <a:pt x="147485" y="83593"/>
                  </a:lnTo>
                  <a:lnTo>
                    <a:pt x="113479" y="113569"/>
                  </a:lnTo>
                  <a:lnTo>
                    <a:pt x="83518" y="147583"/>
                  </a:lnTo>
                  <a:lnTo>
                    <a:pt x="58033" y="185198"/>
                  </a:lnTo>
                  <a:lnTo>
                    <a:pt x="37460" y="225980"/>
                  </a:lnTo>
                  <a:lnTo>
                    <a:pt x="22229" y="269492"/>
                  </a:lnTo>
                  <a:lnTo>
                    <a:pt x="12773" y="315299"/>
                  </a:lnTo>
                  <a:lnTo>
                    <a:pt x="9524" y="362965"/>
                  </a:lnTo>
                  <a:lnTo>
                    <a:pt x="9524" y="1795524"/>
                  </a:lnTo>
                  <a:lnTo>
                    <a:pt x="12781" y="1843216"/>
                  </a:lnTo>
                  <a:lnTo>
                    <a:pt x="22253" y="1889041"/>
                  </a:lnTo>
                  <a:lnTo>
                    <a:pt x="37505" y="1932562"/>
                  </a:lnTo>
                  <a:lnTo>
                    <a:pt x="58100" y="1973347"/>
                  </a:lnTo>
                  <a:lnTo>
                    <a:pt x="83602" y="2010960"/>
                  </a:lnTo>
                  <a:lnTo>
                    <a:pt x="113575" y="2044967"/>
                  </a:lnTo>
                  <a:lnTo>
                    <a:pt x="147585" y="2074934"/>
                  </a:lnTo>
                  <a:lnTo>
                    <a:pt x="185198" y="2100427"/>
                  </a:lnTo>
                  <a:lnTo>
                    <a:pt x="225977" y="2121010"/>
                  </a:lnTo>
                  <a:lnTo>
                    <a:pt x="269490" y="2136251"/>
                  </a:lnTo>
                  <a:lnTo>
                    <a:pt x="315308" y="2145713"/>
                  </a:lnTo>
                  <a:lnTo>
                    <a:pt x="362965" y="2148964"/>
                  </a:lnTo>
                  <a:lnTo>
                    <a:pt x="3127050" y="2148964"/>
                  </a:lnTo>
                  <a:lnTo>
                    <a:pt x="3103683" y="2153790"/>
                  </a:lnTo>
                  <a:lnTo>
                    <a:pt x="362965" y="2153790"/>
                  </a:lnTo>
                  <a:lnTo>
                    <a:pt x="362965" y="2158489"/>
                  </a:lnTo>
                  <a:close/>
                </a:path>
                <a:path w="3411220" h="2159000">
                  <a:moveTo>
                    <a:pt x="3048123" y="4699"/>
                  </a:moveTo>
                  <a:lnTo>
                    <a:pt x="362965" y="4699"/>
                  </a:lnTo>
                  <a:lnTo>
                    <a:pt x="362965" y="0"/>
                  </a:lnTo>
                  <a:lnTo>
                    <a:pt x="3048123" y="0"/>
                  </a:lnTo>
                  <a:lnTo>
                    <a:pt x="3048123" y="4699"/>
                  </a:lnTo>
                  <a:close/>
                </a:path>
                <a:path w="3411220" h="2159000">
                  <a:moveTo>
                    <a:pt x="3103683" y="4699"/>
                  </a:moveTo>
                  <a:lnTo>
                    <a:pt x="3048123" y="4699"/>
                  </a:lnTo>
                  <a:lnTo>
                    <a:pt x="3048123" y="0"/>
                  </a:lnTo>
                  <a:lnTo>
                    <a:pt x="3097097" y="3338"/>
                  </a:lnTo>
                  <a:lnTo>
                    <a:pt x="3103683" y="4699"/>
                  </a:lnTo>
                  <a:close/>
                </a:path>
                <a:path w="3411220" h="2159000">
                  <a:moveTo>
                    <a:pt x="3127050" y="2148964"/>
                  </a:moveTo>
                  <a:lnTo>
                    <a:pt x="3048123" y="2148964"/>
                  </a:lnTo>
                  <a:lnTo>
                    <a:pt x="3095789" y="2145713"/>
                  </a:lnTo>
                  <a:lnTo>
                    <a:pt x="3141596" y="2136251"/>
                  </a:lnTo>
                  <a:lnTo>
                    <a:pt x="3185108" y="2121010"/>
                  </a:lnTo>
                  <a:lnTo>
                    <a:pt x="3225890" y="2100427"/>
                  </a:lnTo>
                  <a:lnTo>
                    <a:pt x="3263505" y="2074934"/>
                  </a:lnTo>
                  <a:lnTo>
                    <a:pt x="3297519" y="2044967"/>
                  </a:lnTo>
                  <a:lnTo>
                    <a:pt x="3327495" y="2010960"/>
                  </a:lnTo>
                  <a:lnTo>
                    <a:pt x="3352998" y="1973347"/>
                  </a:lnTo>
                  <a:lnTo>
                    <a:pt x="3373592" y="1932562"/>
                  </a:lnTo>
                  <a:lnTo>
                    <a:pt x="3388841" y="1889041"/>
                  </a:lnTo>
                  <a:lnTo>
                    <a:pt x="3398310" y="1843216"/>
                  </a:lnTo>
                  <a:lnTo>
                    <a:pt x="3401564" y="1795524"/>
                  </a:lnTo>
                  <a:lnTo>
                    <a:pt x="3401564" y="362965"/>
                  </a:lnTo>
                  <a:lnTo>
                    <a:pt x="3398313" y="315299"/>
                  </a:lnTo>
                  <a:lnTo>
                    <a:pt x="3388850" y="269492"/>
                  </a:lnTo>
                  <a:lnTo>
                    <a:pt x="3373610" y="225980"/>
                  </a:lnTo>
                  <a:lnTo>
                    <a:pt x="3353026" y="185198"/>
                  </a:lnTo>
                  <a:lnTo>
                    <a:pt x="3327533" y="147583"/>
                  </a:lnTo>
                  <a:lnTo>
                    <a:pt x="3297566" y="113569"/>
                  </a:lnTo>
                  <a:lnTo>
                    <a:pt x="3263559" y="83593"/>
                  </a:lnTo>
                  <a:lnTo>
                    <a:pt x="3225946" y="58090"/>
                  </a:lnTo>
                  <a:lnTo>
                    <a:pt x="3185161" y="37496"/>
                  </a:lnTo>
                  <a:lnTo>
                    <a:pt x="3141640" y="22247"/>
                  </a:lnTo>
                  <a:lnTo>
                    <a:pt x="3095816" y="12778"/>
                  </a:lnTo>
                  <a:lnTo>
                    <a:pt x="3048123" y="9524"/>
                  </a:lnTo>
                  <a:lnTo>
                    <a:pt x="3127050" y="9524"/>
                  </a:lnTo>
                  <a:lnTo>
                    <a:pt x="3188847" y="28709"/>
                  </a:lnTo>
                  <a:lnTo>
                    <a:pt x="3230730" y="49849"/>
                  </a:lnTo>
                  <a:lnTo>
                    <a:pt x="3269357" y="76030"/>
                  </a:lnTo>
                  <a:lnTo>
                    <a:pt x="3304282" y="106806"/>
                  </a:lnTo>
                  <a:lnTo>
                    <a:pt x="3335058" y="141731"/>
                  </a:lnTo>
                  <a:lnTo>
                    <a:pt x="3361239" y="180358"/>
                  </a:lnTo>
                  <a:lnTo>
                    <a:pt x="3382379" y="222241"/>
                  </a:lnTo>
                  <a:lnTo>
                    <a:pt x="3398031" y="266934"/>
                  </a:lnTo>
                  <a:lnTo>
                    <a:pt x="3407750" y="313991"/>
                  </a:lnTo>
                  <a:lnTo>
                    <a:pt x="3411089" y="362965"/>
                  </a:lnTo>
                  <a:lnTo>
                    <a:pt x="3411089" y="1795524"/>
                  </a:lnTo>
                  <a:lnTo>
                    <a:pt x="3407837" y="1843216"/>
                  </a:lnTo>
                  <a:lnTo>
                    <a:pt x="3398031" y="1891554"/>
                  </a:lnTo>
                  <a:lnTo>
                    <a:pt x="3382379" y="1936247"/>
                  </a:lnTo>
                  <a:lnTo>
                    <a:pt x="3361239" y="1978131"/>
                  </a:lnTo>
                  <a:lnTo>
                    <a:pt x="3335058" y="2016758"/>
                  </a:lnTo>
                  <a:lnTo>
                    <a:pt x="3304282" y="2051682"/>
                  </a:lnTo>
                  <a:lnTo>
                    <a:pt x="3269357" y="2082458"/>
                  </a:lnTo>
                  <a:lnTo>
                    <a:pt x="3230730" y="2108639"/>
                  </a:lnTo>
                  <a:lnTo>
                    <a:pt x="3188847" y="2129779"/>
                  </a:lnTo>
                  <a:lnTo>
                    <a:pt x="3144154" y="2145432"/>
                  </a:lnTo>
                  <a:lnTo>
                    <a:pt x="3127050" y="2148964"/>
                  </a:lnTo>
                  <a:close/>
                </a:path>
                <a:path w="3411220" h="2159000">
                  <a:moveTo>
                    <a:pt x="3048123" y="2158489"/>
                  </a:moveTo>
                  <a:lnTo>
                    <a:pt x="362965" y="2158489"/>
                  </a:lnTo>
                  <a:lnTo>
                    <a:pt x="362965" y="2153790"/>
                  </a:lnTo>
                  <a:lnTo>
                    <a:pt x="3048123" y="2153790"/>
                  </a:lnTo>
                  <a:lnTo>
                    <a:pt x="3048123" y="2158489"/>
                  </a:lnTo>
                  <a:close/>
                </a:path>
                <a:path w="3411220" h="2159000">
                  <a:moveTo>
                    <a:pt x="3048123" y="2158489"/>
                  </a:moveTo>
                  <a:lnTo>
                    <a:pt x="3048123" y="2153790"/>
                  </a:lnTo>
                  <a:lnTo>
                    <a:pt x="3103683" y="2153790"/>
                  </a:lnTo>
                  <a:lnTo>
                    <a:pt x="3097097" y="2155151"/>
                  </a:lnTo>
                  <a:lnTo>
                    <a:pt x="3048123" y="2158489"/>
                  </a:lnTo>
                  <a:close/>
                </a:path>
              </a:pathLst>
            </a:custGeom>
            <a:solidFill>
              <a:srgbClr val="DBE3E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8092499" y="4663370"/>
              <a:ext cx="73660" cy="23495"/>
            </a:xfrm>
            <a:custGeom>
              <a:avLst/>
              <a:gdLst/>
              <a:ahLst/>
              <a:cxnLst/>
              <a:rect l="l" t="t" r="r" b="b"/>
              <a:pathLst>
                <a:path w="73659" h="23495">
                  <a:moveTo>
                    <a:pt x="0" y="23114"/>
                  </a:moveTo>
                  <a:lnTo>
                    <a:pt x="73151" y="23114"/>
                  </a:lnTo>
                  <a:lnTo>
                    <a:pt x="73151" y="0"/>
                  </a:lnTo>
                  <a:lnTo>
                    <a:pt x="0" y="0"/>
                  </a:lnTo>
                  <a:lnTo>
                    <a:pt x="0" y="23114"/>
                  </a:lnTo>
                  <a:close/>
                </a:path>
              </a:pathLst>
            </a:custGeom>
            <a:solidFill>
              <a:srgbClr val="000000">
                <a:alpha val="348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8092499" y="2514533"/>
              <a:ext cx="73660" cy="2148840"/>
            </a:xfrm>
            <a:custGeom>
              <a:avLst/>
              <a:gdLst/>
              <a:ahLst/>
              <a:cxnLst/>
              <a:rect l="l" t="t" r="r" b="b"/>
              <a:pathLst>
                <a:path w="73659" h="2148840">
                  <a:moveTo>
                    <a:pt x="73151" y="2148837"/>
                  </a:moveTo>
                  <a:lnTo>
                    <a:pt x="0" y="2148837"/>
                  </a:lnTo>
                  <a:lnTo>
                    <a:pt x="0" y="0"/>
                  </a:lnTo>
                  <a:lnTo>
                    <a:pt x="73151" y="0"/>
                  </a:lnTo>
                  <a:lnTo>
                    <a:pt x="73151" y="2148837"/>
                  </a:lnTo>
                  <a:close/>
                </a:path>
              </a:pathLst>
            </a:custGeom>
            <a:solidFill>
              <a:srgbClr val="6F4B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/>
          <p:cNvSpPr txBox="1"/>
          <p:nvPr/>
        </p:nvSpPr>
        <p:spPr>
          <a:xfrm>
            <a:off x="8381491" y="2808004"/>
            <a:ext cx="2842895" cy="1193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020"/>
              </a:lnSpc>
              <a:spcBef>
                <a:spcPts val="100"/>
              </a:spcBef>
            </a:pPr>
            <a:r>
              <a:rPr dirty="0" sz="1700" b="1" i="1">
                <a:solidFill>
                  <a:srgbClr val="092649"/>
                </a:solidFill>
                <a:latin typeface="Arial"/>
                <a:cs typeface="Arial"/>
              </a:rPr>
              <a:t>Trusted</a:t>
            </a:r>
            <a:r>
              <a:rPr dirty="0" sz="1700" spc="-35" b="1" i="1">
                <a:solidFill>
                  <a:srgbClr val="092649"/>
                </a:solidFill>
                <a:latin typeface="Arial"/>
                <a:cs typeface="Arial"/>
              </a:rPr>
              <a:t> </a:t>
            </a:r>
            <a:r>
              <a:rPr dirty="0" sz="1700" b="1" i="1">
                <a:solidFill>
                  <a:srgbClr val="092649"/>
                </a:solidFill>
                <a:latin typeface="Arial"/>
                <a:cs typeface="Arial"/>
              </a:rPr>
              <a:t>AI</a:t>
            </a:r>
            <a:r>
              <a:rPr dirty="0" sz="1700" spc="-40" b="1" i="1">
                <a:solidFill>
                  <a:srgbClr val="092649"/>
                </a:solidFill>
                <a:latin typeface="Arial"/>
                <a:cs typeface="Arial"/>
              </a:rPr>
              <a:t> </a:t>
            </a:r>
            <a:r>
              <a:rPr dirty="0" sz="1700" spc="-10" b="1" i="1">
                <a:solidFill>
                  <a:srgbClr val="092649"/>
                </a:solidFill>
                <a:latin typeface="Arial"/>
                <a:cs typeface="Arial"/>
              </a:rPr>
              <a:t>Layer</a:t>
            </a:r>
            <a:endParaRPr sz="1700">
              <a:latin typeface="Arial"/>
              <a:cs typeface="Arial"/>
            </a:endParaRPr>
          </a:p>
          <a:p>
            <a:pPr marL="12700" marR="5080">
              <a:lnSpc>
                <a:spcPts val="1800"/>
              </a:lnSpc>
              <a:spcBef>
                <a:spcPts val="40"/>
              </a:spcBef>
            </a:pPr>
            <a:r>
              <a:rPr dirty="0" sz="1500">
                <a:solidFill>
                  <a:srgbClr val="161D29"/>
                </a:solidFill>
                <a:latin typeface="Arial MT"/>
                <a:cs typeface="Arial MT"/>
              </a:rPr>
              <a:t>The</a:t>
            </a:r>
            <a:r>
              <a:rPr dirty="0" sz="1500" spc="-45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500">
                <a:solidFill>
                  <a:srgbClr val="161D29"/>
                </a:solidFill>
                <a:latin typeface="Arial MT"/>
                <a:cs typeface="Arial MT"/>
              </a:rPr>
              <a:t>backend</a:t>
            </a:r>
            <a:r>
              <a:rPr dirty="0" sz="1500" spc="-40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500">
                <a:solidFill>
                  <a:srgbClr val="161D29"/>
                </a:solidFill>
                <a:latin typeface="Arial MT"/>
                <a:cs typeface="Arial MT"/>
              </a:rPr>
              <a:t>sends</a:t>
            </a:r>
            <a:r>
              <a:rPr dirty="0" sz="1500" spc="-40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500" spc="-10">
                <a:solidFill>
                  <a:srgbClr val="161D29"/>
                </a:solidFill>
                <a:latin typeface="Arial MT"/>
                <a:cs typeface="Arial MT"/>
              </a:rPr>
              <a:t>structured </a:t>
            </a:r>
            <a:r>
              <a:rPr dirty="0" sz="1500">
                <a:solidFill>
                  <a:srgbClr val="161D29"/>
                </a:solidFill>
                <a:latin typeface="Arial MT"/>
                <a:cs typeface="Arial MT"/>
              </a:rPr>
              <a:t>context</a:t>
            </a:r>
            <a:r>
              <a:rPr dirty="0" sz="1500" spc="-35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500">
                <a:solidFill>
                  <a:srgbClr val="161D29"/>
                </a:solidFill>
                <a:latin typeface="Arial MT"/>
                <a:cs typeface="Arial MT"/>
              </a:rPr>
              <a:t>to</a:t>
            </a:r>
            <a:r>
              <a:rPr dirty="0" sz="1500" spc="-30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500">
                <a:solidFill>
                  <a:srgbClr val="161D29"/>
                </a:solidFill>
                <a:latin typeface="Arial MT"/>
                <a:cs typeface="Arial MT"/>
              </a:rPr>
              <a:t>Granite</a:t>
            </a:r>
            <a:r>
              <a:rPr dirty="0" sz="1500" spc="-30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500">
                <a:solidFill>
                  <a:srgbClr val="161D29"/>
                </a:solidFill>
                <a:latin typeface="Arial MT"/>
                <a:cs typeface="Arial MT"/>
              </a:rPr>
              <a:t>and</a:t>
            </a:r>
            <a:r>
              <a:rPr dirty="0" sz="1500" spc="-30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500" spc="-10">
                <a:solidFill>
                  <a:srgbClr val="161D29"/>
                </a:solidFill>
                <a:latin typeface="Arial MT"/>
                <a:cs typeface="Arial MT"/>
              </a:rPr>
              <a:t>validates </a:t>
            </a:r>
            <a:r>
              <a:rPr dirty="0" sz="1500">
                <a:solidFill>
                  <a:srgbClr val="161D29"/>
                </a:solidFill>
                <a:latin typeface="Arial MT"/>
                <a:cs typeface="Arial MT"/>
              </a:rPr>
              <a:t>returned</a:t>
            </a:r>
            <a:r>
              <a:rPr dirty="0" sz="1500" spc="-40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500">
                <a:solidFill>
                  <a:srgbClr val="161D29"/>
                </a:solidFill>
                <a:latin typeface="Arial MT"/>
                <a:cs typeface="Arial MT"/>
              </a:rPr>
              <a:t>parking</a:t>
            </a:r>
            <a:r>
              <a:rPr dirty="0" sz="1500" spc="-40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500">
                <a:solidFill>
                  <a:srgbClr val="161D29"/>
                </a:solidFill>
                <a:latin typeface="Arial MT"/>
                <a:cs typeface="Arial MT"/>
              </a:rPr>
              <a:t>IDs,</a:t>
            </a:r>
            <a:r>
              <a:rPr dirty="0" sz="1500" spc="-40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500">
                <a:solidFill>
                  <a:srgbClr val="161D29"/>
                </a:solidFill>
                <a:latin typeface="Arial MT"/>
                <a:cs typeface="Arial MT"/>
              </a:rPr>
              <a:t>scores,</a:t>
            </a:r>
            <a:r>
              <a:rPr dirty="0" sz="1500" spc="-35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500" spc="-25">
                <a:solidFill>
                  <a:srgbClr val="161D29"/>
                </a:solidFill>
                <a:latin typeface="Arial MT"/>
                <a:cs typeface="Arial MT"/>
              </a:rPr>
              <a:t>and </a:t>
            </a:r>
            <a:r>
              <a:rPr dirty="0" sz="1500">
                <a:solidFill>
                  <a:srgbClr val="161D29"/>
                </a:solidFill>
                <a:latin typeface="Arial MT"/>
                <a:cs typeface="Arial MT"/>
              </a:rPr>
              <a:t>price</a:t>
            </a:r>
            <a:r>
              <a:rPr dirty="0" sz="1500" spc="-35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500" spc="-10">
                <a:solidFill>
                  <a:srgbClr val="161D29"/>
                </a:solidFill>
                <a:latin typeface="Arial MT"/>
                <a:cs typeface="Arial MT"/>
              </a:rPr>
              <a:t>suggestions.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539999" y="5394035"/>
            <a:ext cx="708025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 i="1">
                <a:solidFill>
                  <a:srgbClr val="092649"/>
                </a:solidFill>
                <a:latin typeface="Arial"/>
                <a:cs typeface="Arial"/>
              </a:rPr>
              <a:t>AI</a:t>
            </a:r>
            <a:r>
              <a:rPr dirty="0" sz="2000" spc="-70" b="1" i="1">
                <a:solidFill>
                  <a:srgbClr val="092649"/>
                </a:solidFill>
                <a:latin typeface="Arial"/>
                <a:cs typeface="Arial"/>
              </a:rPr>
              <a:t> </a:t>
            </a:r>
            <a:r>
              <a:rPr dirty="0" sz="2000" b="1" i="1">
                <a:solidFill>
                  <a:srgbClr val="092649"/>
                </a:solidFill>
                <a:latin typeface="Arial"/>
                <a:cs typeface="Arial"/>
              </a:rPr>
              <a:t>assists</a:t>
            </a:r>
            <a:r>
              <a:rPr dirty="0" sz="2000" spc="-60" b="1" i="1">
                <a:solidFill>
                  <a:srgbClr val="092649"/>
                </a:solidFill>
                <a:latin typeface="Arial"/>
                <a:cs typeface="Arial"/>
              </a:rPr>
              <a:t> </a:t>
            </a:r>
            <a:r>
              <a:rPr dirty="0" sz="2000" b="1" i="1">
                <a:solidFill>
                  <a:srgbClr val="092649"/>
                </a:solidFill>
                <a:latin typeface="Arial"/>
                <a:cs typeface="Arial"/>
              </a:rPr>
              <a:t>decisions</a:t>
            </a:r>
            <a:r>
              <a:rPr dirty="0" sz="2000" spc="-65" b="1" i="1">
                <a:solidFill>
                  <a:srgbClr val="092649"/>
                </a:solidFill>
                <a:latin typeface="Arial"/>
                <a:cs typeface="Arial"/>
              </a:rPr>
              <a:t> </a:t>
            </a:r>
            <a:r>
              <a:rPr dirty="0" sz="2000" b="1" i="1">
                <a:solidFill>
                  <a:srgbClr val="092649"/>
                </a:solidFill>
                <a:latin typeface="Arial"/>
                <a:cs typeface="Arial"/>
              </a:rPr>
              <a:t>without</a:t>
            </a:r>
            <a:r>
              <a:rPr dirty="0" sz="2000" spc="-65" b="1" i="1">
                <a:solidFill>
                  <a:srgbClr val="092649"/>
                </a:solidFill>
                <a:latin typeface="Arial"/>
                <a:cs typeface="Arial"/>
              </a:rPr>
              <a:t> </a:t>
            </a:r>
            <a:r>
              <a:rPr dirty="0" sz="2000" b="1" i="1">
                <a:solidFill>
                  <a:srgbClr val="092649"/>
                </a:solidFill>
                <a:latin typeface="Arial"/>
                <a:cs typeface="Arial"/>
              </a:rPr>
              <a:t>becoming</a:t>
            </a:r>
            <a:r>
              <a:rPr dirty="0" sz="2000" spc="-65" b="1" i="1">
                <a:solidFill>
                  <a:srgbClr val="092649"/>
                </a:solidFill>
                <a:latin typeface="Arial"/>
                <a:cs typeface="Arial"/>
              </a:rPr>
              <a:t> </a:t>
            </a:r>
            <a:r>
              <a:rPr dirty="0" sz="2000" b="1" i="1">
                <a:solidFill>
                  <a:srgbClr val="092649"/>
                </a:solidFill>
                <a:latin typeface="Arial"/>
                <a:cs typeface="Arial"/>
              </a:rPr>
              <a:t>the</a:t>
            </a:r>
            <a:r>
              <a:rPr dirty="0" sz="2000" spc="-65" b="1" i="1">
                <a:solidFill>
                  <a:srgbClr val="092649"/>
                </a:solidFill>
                <a:latin typeface="Arial"/>
                <a:cs typeface="Arial"/>
              </a:rPr>
              <a:t> </a:t>
            </a:r>
            <a:r>
              <a:rPr dirty="0" sz="2000" b="1" i="1">
                <a:solidFill>
                  <a:srgbClr val="092649"/>
                </a:solidFill>
                <a:latin typeface="Arial"/>
                <a:cs typeface="Arial"/>
              </a:rPr>
              <a:t>source</a:t>
            </a:r>
            <a:r>
              <a:rPr dirty="0" sz="2000" spc="-65" b="1" i="1">
                <a:solidFill>
                  <a:srgbClr val="092649"/>
                </a:solidFill>
                <a:latin typeface="Arial"/>
                <a:cs typeface="Arial"/>
              </a:rPr>
              <a:t> </a:t>
            </a:r>
            <a:r>
              <a:rPr dirty="0" sz="2000" b="1" i="1">
                <a:solidFill>
                  <a:srgbClr val="092649"/>
                </a:solidFill>
                <a:latin typeface="Arial"/>
                <a:cs typeface="Arial"/>
              </a:rPr>
              <a:t>of</a:t>
            </a:r>
            <a:r>
              <a:rPr dirty="0" sz="2000" spc="-60" b="1" i="1">
                <a:solidFill>
                  <a:srgbClr val="092649"/>
                </a:solidFill>
                <a:latin typeface="Arial"/>
                <a:cs typeface="Arial"/>
              </a:rPr>
              <a:t> </a:t>
            </a:r>
            <a:r>
              <a:rPr dirty="0" sz="2000" spc="-10" b="1" i="1">
                <a:solidFill>
                  <a:srgbClr val="092649"/>
                </a:solidFill>
                <a:latin typeface="Arial"/>
                <a:cs typeface="Arial"/>
              </a:rPr>
              <a:t>truth.</a:t>
            </a:r>
            <a:endParaRPr sz="2000">
              <a:latin typeface="Arial"/>
              <a:cs typeface="Arial"/>
            </a:endParaRPr>
          </a:p>
        </p:txBody>
      </p:sp>
      <p:sp>
        <p:nvSpPr>
          <p:cNvPr id="32" name="object 3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9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/>
              <a:t>ParkShare •</a:t>
            </a:r>
            <a:r>
              <a:rPr dirty="0" spc="495"/>
              <a:t> </a:t>
            </a:r>
            <a:r>
              <a:rPr dirty="0"/>
              <a:t>IBM University </a:t>
            </a:r>
            <a:r>
              <a:rPr dirty="0" spc="-10"/>
              <a:t>Engagement</a:t>
            </a:r>
          </a:p>
        </p:txBody>
      </p:sp>
      <p:sp>
        <p:nvSpPr>
          <p:cNvPr id="31" name="object 31"/>
          <p:cNvSpPr txBox="1"/>
          <p:nvPr/>
        </p:nvSpPr>
        <p:spPr>
          <a:xfrm>
            <a:off x="11290520" y="6575129"/>
            <a:ext cx="153035" cy="153670"/>
          </a:xfrm>
          <a:prstGeom prst="rect">
            <a:avLst/>
          </a:prstGeom>
        </p:spPr>
        <p:txBody>
          <a:bodyPr wrap="square" lIns="0" tIns="19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900" spc="-25" b="1" i="1">
                <a:solidFill>
                  <a:srgbClr val="667386"/>
                </a:solidFill>
                <a:latin typeface="Arial"/>
                <a:cs typeface="Arial"/>
              </a:rPr>
              <a:t>04</a:t>
            </a:r>
            <a:endParaRPr sz="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object 41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0851" rIns="0" bIns="0" rtlCol="0" vert="horz">
            <a:spAutoFit/>
          </a:bodyPr>
          <a:lstStyle/>
          <a:p>
            <a:pPr marL="95885">
              <a:lnSpc>
                <a:spcPct val="100000"/>
              </a:lnSpc>
              <a:spcBef>
                <a:spcPts val="100"/>
              </a:spcBef>
            </a:pPr>
            <a:r>
              <a:rPr dirty="0"/>
              <a:t>Technology</a:t>
            </a:r>
            <a:r>
              <a:rPr dirty="0" spc="-190"/>
              <a:t> </a:t>
            </a:r>
            <a:r>
              <a:rPr dirty="0" spc="-20"/>
              <a:t>Used</a:t>
            </a:r>
          </a:p>
        </p:txBody>
      </p:sp>
      <p:grpSp>
        <p:nvGrpSpPr>
          <p:cNvPr id="2" name="object 2"/>
          <p:cNvGrpSpPr/>
          <p:nvPr/>
        </p:nvGrpSpPr>
        <p:grpSpPr>
          <a:xfrm>
            <a:off x="749299" y="1062548"/>
            <a:ext cx="1005840" cy="78105"/>
            <a:chOff x="749299" y="1062548"/>
            <a:chExt cx="1005840" cy="78105"/>
          </a:xfrm>
        </p:grpSpPr>
        <p:sp>
          <p:nvSpPr>
            <p:cNvPr id="3" name="object 3"/>
            <p:cNvSpPr/>
            <p:nvPr/>
          </p:nvSpPr>
          <p:spPr>
            <a:xfrm>
              <a:off x="749299" y="1117412"/>
              <a:ext cx="1005840" cy="23495"/>
            </a:xfrm>
            <a:custGeom>
              <a:avLst/>
              <a:gdLst/>
              <a:ahLst/>
              <a:cxnLst/>
              <a:rect l="l" t="t" r="r" b="b"/>
              <a:pathLst>
                <a:path w="1005839" h="23494">
                  <a:moveTo>
                    <a:pt x="0" y="22986"/>
                  </a:moveTo>
                  <a:lnTo>
                    <a:pt x="1005837" y="22986"/>
                  </a:lnTo>
                  <a:lnTo>
                    <a:pt x="1005837" y="0"/>
                  </a:lnTo>
                  <a:lnTo>
                    <a:pt x="0" y="0"/>
                  </a:lnTo>
                  <a:lnTo>
                    <a:pt x="0" y="22986"/>
                  </a:lnTo>
                  <a:close/>
                </a:path>
              </a:pathLst>
            </a:custGeom>
            <a:solidFill>
              <a:srgbClr val="000000">
                <a:alpha val="348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749299" y="1062548"/>
              <a:ext cx="1005840" cy="55244"/>
            </a:xfrm>
            <a:custGeom>
              <a:avLst/>
              <a:gdLst/>
              <a:ahLst/>
              <a:cxnLst/>
              <a:rect l="l" t="t" r="r" b="b"/>
              <a:pathLst>
                <a:path w="1005839" h="55244">
                  <a:moveTo>
                    <a:pt x="1005837" y="54863"/>
                  </a:moveTo>
                  <a:lnTo>
                    <a:pt x="0" y="54863"/>
                  </a:lnTo>
                  <a:lnTo>
                    <a:pt x="0" y="0"/>
                  </a:lnTo>
                  <a:lnTo>
                    <a:pt x="1005837" y="0"/>
                  </a:lnTo>
                  <a:lnTo>
                    <a:pt x="1005837" y="54863"/>
                  </a:lnTo>
                  <a:close/>
                </a:path>
              </a:pathLst>
            </a:custGeom>
            <a:solidFill>
              <a:srgbClr val="0E61FE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" name="object 5"/>
          <p:cNvGrpSpPr/>
          <p:nvPr/>
        </p:nvGrpSpPr>
        <p:grpSpPr>
          <a:xfrm>
            <a:off x="681034" y="1321114"/>
            <a:ext cx="3439160" cy="1953260"/>
            <a:chOff x="681034" y="1321114"/>
            <a:chExt cx="3439160" cy="1953260"/>
          </a:xfrm>
        </p:grpSpPr>
        <p:sp>
          <p:nvSpPr>
            <p:cNvPr id="6" name="object 6"/>
            <p:cNvSpPr/>
            <p:nvPr/>
          </p:nvSpPr>
          <p:spPr>
            <a:xfrm>
              <a:off x="681034" y="1344101"/>
              <a:ext cx="3439160" cy="1930400"/>
            </a:xfrm>
            <a:custGeom>
              <a:avLst/>
              <a:gdLst/>
              <a:ahLst/>
              <a:cxnLst/>
              <a:rect l="l" t="t" r="r" b="b"/>
              <a:pathLst>
                <a:path w="3439160" h="1930400">
                  <a:moveTo>
                    <a:pt x="3116958" y="1929890"/>
                  </a:moveTo>
                  <a:lnTo>
                    <a:pt x="321690" y="1929890"/>
                  </a:lnTo>
                  <a:lnTo>
                    <a:pt x="274535" y="1926374"/>
                  </a:lnTo>
                  <a:lnTo>
                    <a:pt x="229401" y="1916167"/>
                  </a:lnTo>
                  <a:lnTo>
                    <a:pt x="186708" y="1899786"/>
                  </a:lnTo>
                  <a:lnTo>
                    <a:pt x="147128" y="1877745"/>
                  </a:lnTo>
                  <a:lnTo>
                    <a:pt x="111166" y="1850558"/>
                  </a:lnTo>
                  <a:lnTo>
                    <a:pt x="79331" y="1818740"/>
                  </a:lnTo>
                  <a:lnTo>
                    <a:pt x="52137" y="1782806"/>
                  </a:lnTo>
                  <a:lnTo>
                    <a:pt x="30094" y="1743270"/>
                  </a:lnTo>
                  <a:lnTo>
                    <a:pt x="13716" y="1700647"/>
                  </a:lnTo>
                  <a:lnTo>
                    <a:pt x="3514" y="1655452"/>
                  </a:lnTo>
                  <a:lnTo>
                    <a:pt x="0" y="1608199"/>
                  </a:lnTo>
                  <a:lnTo>
                    <a:pt x="0" y="321690"/>
                  </a:lnTo>
                  <a:lnTo>
                    <a:pt x="3513" y="274409"/>
                  </a:lnTo>
                  <a:lnTo>
                    <a:pt x="13712" y="229196"/>
                  </a:lnTo>
                  <a:lnTo>
                    <a:pt x="30082" y="186565"/>
                  </a:lnTo>
                  <a:lnTo>
                    <a:pt x="52112" y="147028"/>
                  </a:lnTo>
                  <a:lnTo>
                    <a:pt x="79289" y="111098"/>
                  </a:lnTo>
                  <a:lnTo>
                    <a:pt x="111098" y="79289"/>
                  </a:lnTo>
                  <a:lnTo>
                    <a:pt x="147028" y="52112"/>
                  </a:lnTo>
                  <a:lnTo>
                    <a:pt x="186565" y="30082"/>
                  </a:lnTo>
                  <a:lnTo>
                    <a:pt x="229196" y="13712"/>
                  </a:lnTo>
                  <a:lnTo>
                    <a:pt x="274409" y="3513"/>
                  </a:lnTo>
                  <a:lnTo>
                    <a:pt x="321690" y="0"/>
                  </a:lnTo>
                  <a:lnTo>
                    <a:pt x="3116958" y="0"/>
                  </a:lnTo>
                  <a:lnTo>
                    <a:pt x="3164211" y="3513"/>
                  </a:lnTo>
                  <a:lnTo>
                    <a:pt x="3209406" y="13712"/>
                  </a:lnTo>
                  <a:lnTo>
                    <a:pt x="3252028" y="30082"/>
                  </a:lnTo>
                  <a:lnTo>
                    <a:pt x="3291564" y="52112"/>
                  </a:lnTo>
                  <a:lnTo>
                    <a:pt x="3327499" y="79289"/>
                  </a:lnTo>
                  <a:lnTo>
                    <a:pt x="3359317" y="111098"/>
                  </a:lnTo>
                  <a:lnTo>
                    <a:pt x="3386504" y="147028"/>
                  </a:lnTo>
                  <a:lnTo>
                    <a:pt x="3408545" y="186565"/>
                  </a:lnTo>
                  <a:lnTo>
                    <a:pt x="3424926" y="229196"/>
                  </a:lnTo>
                  <a:lnTo>
                    <a:pt x="3435132" y="274409"/>
                  </a:lnTo>
                  <a:lnTo>
                    <a:pt x="3438649" y="321690"/>
                  </a:lnTo>
                  <a:lnTo>
                    <a:pt x="3438649" y="1608199"/>
                  </a:lnTo>
                  <a:lnTo>
                    <a:pt x="3435135" y="1655452"/>
                  </a:lnTo>
                  <a:lnTo>
                    <a:pt x="3424936" y="1700647"/>
                  </a:lnTo>
                  <a:lnTo>
                    <a:pt x="3408566" y="1743270"/>
                  </a:lnTo>
                  <a:lnTo>
                    <a:pt x="3386536" y="1782806"/>
                  </a:lnTo>
                  <a:lnTo>
                    <a:pt x="3359359" y="1818740"/>
                  </a:lnTo>
                  <a:lnTo>
                    <a:pt x="3327550" y="1850558"/>
                  </a:lnTo>
                  <a:lnTo>
                    <a:pt x="3291620" y="1877745"/>
                  </a:lnTo>
                  <a:lnTo>
                    <a:pt x="3252083" y="1899786"/>
                  </a:lnTo>
                  <a:lnTo>
                    <a:pt x="3209452" y="1916167"/>
                  </a:lnTo>
                  <a:lnTo>
                    <a:pt x="3164239" y="1926374"/>
                  </a:lnTo>
                  <a:lnTo>
                    <a:pt x="3116958" y="1929890"/>
                  </a:lnTo>
                  <a:close/>
                </a:path>
              </a:pathLst>
            </a:custGeom>
            <a:solidFill>
              <a:srgbClr val="000000">
                <a:alpha val="348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685733" y="1325940"/>
              <a:ext cx="3429000" cy="1920239"/>
            </a:xfrm>
            <a:custGeom>
              <a:avLst/>
              <a:gdLst/>
              <a:ahLst/>
              <a:cxnLst/>
              <a:rect l="l" t="t" r="r" b="b"/>
              <a:pathLst>
                <a:path w="3429000" h="1920239">
                  <a:moveTo>
                    <a:pt x="3108957" y="1920238"/>
                  </a:moveTo>
                  <a:lnTo>
                    <a:pt x="320166" y="1920238"/>
                  </a:lnTo>
                  <a:lnTo>
                    <a:pt x="273152" y="1916740"/>
                  </a:lnTo>
                  <a:lnTo>
                    <a:pt x="228187" y="1906587"/>
                  </a:lnTo>
                  <a:lnTo>
                    <a:pt x="185782" y="1890291"/>
                  </a:lnTo>
                  <a:lnTo>
                    <a:pt x="146449" y="1868365"/>
                  </a:lnTo>
                  <a:lnTo>
                    <a:pt x="110699" y="1841319"/>
                  </a:lnTo>
                  <a:lnTo>
                    <a:pt x="79046" y="1809665"/>
                  </a:lnTo>
                  <a:lnTo>
                    <a:pt x="52000" y="1773916"/>
                  </a:lnTo>
                  <a:lnTo>
                    <a:pt x="30073" y="1734583"/>
                  </a:lnTo>
                  <a:lnTo>
                    <a:pt x="13777" y="1692177"/>
                  </a:lnTo>
                  <a:lnTo>
                    <a:pt x="3624" y="1647212"/>
                  </a:lnTo>
                  <a:lnTo>
                    <a:pt x="126" y="1600198"/>
                  </a:lnTo>
                  <a:lnTo>
                    <a:pt x="0" y="320039"/>
                  </a:lnTo>
                  <a:lnTo>
                    <a:pt x="3497" y="273025"/>
                  </a:lnTo>
                  <a:lnTo>
                    <a:pt x="13650" y="228060"/>
                  </a:lnTo>
                  <a:lnTo>
                    <a:pt x="29946" y="185655"/>
                  </a:lnTo>
                  <a:lnTo>
                    <a:pt x="51873" y="146322"/>
                  </a:lnTo>
                  <a:lnTo>
                    <a:pt x="78919" y="110572"/>
                  </a:lnTo>
                  <a:lnTo>
                    <a:pt x="110572" y="78919"/>
                  </a:lnTo>
                  <a:lnTo>
                    <a:pt x="146322" y="51873"/>
                  </a:lnTo>
                  <a:lnTo>
                    <a:pt x="185655" y="29946"/>
                  </a:lnTo>
                  <a:lnTo>
                    <a:pt x="228060" y="13650"/>
                  </a:lnTo>
                  <a:lnTo>
                    <a:pt x="273025" y="3497"/>
                  </a:lnTo>
                  <a:lnTo>
                    <a:pt x="320039" y="0"/>
                  </a:lnTo>
                  <a:lnTo>
                    <a:pt x="3108957" y="0"/>
                  </a:lnTo>
                  <a:lnTo>
                    <a:pt x="3155971" y="3497"/>
                  </a:lnTo>
                  <a:lnTo>
                    <a:pt x="3200936" y="13650"/>
                  </a:lnTo>
                  <a:lnTo>
                    <a:pt x="3243341" y="29946"/>
                  </a:lnTo>
                  <a:lnTo>
                    <a:pt x="3282674" y="51873"/>
                  </a:lnTo>
                  <a:lnTo>
                    <a:pt x="3318424" y="78919"/>
                  </a:lnTo>
                  <a:lnTo>
                    <a:pt x="3350077" y="110572"/>
                  </a:lnTo>
                  <a:lnTo>
                    <a:pt x="3377123" y="146322"/>
                  </a:lnTo>
                  <a:lnTo>
                    <a:pt x="3399050" y="185655"/>
                  </a:lnTo>
                  <a:lnTo>
                    <a:pt x="3415346" y="228060"/>
                  </a:lnTo>
                  <a:lnTo>
                    <a:pt x="3425499" y="273025"/>
                  </a:lnTo>
                  <a:lnTo>
                    <a:pt x="3428997" y="320039"/>
                  </a:lnTo>
                  <a:lnTo>
                    <a:pt x="3428997" y="1600198"/>
                  </a:lnTo>
                  <a:lnTo>
                    <a:pt x="3425499" y="1647212"/>
                  </a:lnTo>
                  <a:lnTo>
                    <a:pt x="3415346" y="1692177"/>
                  </a:lnTo>
                  <a:lnTo>
                    <a:pt x="3399050" y="1734583"/>
                  </a:lnTo>
                  <a:lnTo>
                    <a:pt x="3377123" y="1773916"/>
                  </a:lnTo>
                  <a:lnTo>
                    <a:pt x="3350077" y="1809665"/>
                  </a:lnTo>
                  <a:lnTo>
                    <a:pt x="3318424" y="1841319"/>
                  </a:lnTo>
                  <a:lnTo>
                    <a:pt x="3282674" y="1868365"/>
                  </a:lnTo>
                  <a:lnTo>
                    <a:pt x="3243341" y="1890291"/>
                  </a:lnTo>
                  <a:lnTo>
                    <a:pt x="3200936" y="1906587"/>
                  </a:lnTo>
                  <a:lnTo>
                    <a:pt x="3155971" y="1916740"/>
                  </a:lnTo>
                  <a:lnTo>
                    <a:pt x="3108957" y="1920238"/>
                  </a:lnTo>
                  <a:close/>
                </a:path>
              </a:pathLst>
            </a:custGeom>
            <a:solidFill>
              <a:srgbClr val="F4F7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681034" y="1321114"/>
              <a:ext cx="3439160" cy="1930400"/>
            </a:xfrm>
            <a:custGeom>
              <a:avLst/>
              <a:gdLst/>
              <a:ahLst/>
              <a:cxnLst/>
              <a:rect l="l" t="t" r="r" b="b"/>
              <a:pathLst>
                <a:path w="3439160" h="1930400">
                  <a:moveTo>
                    <a:pt x="324865" y="1929890"/>
                  </a:moveTo>
                  <a:lnTo>
                    <a:pt x="277492" y="1926340"/>
                  </a:lnTo>
                  <a:lnTo>
                    <a:pt x="277236" y="1926340"/>
                  </a:lnTo>
                  <a:lnTo>
                    <a:pt x="231653" y="1916035"/>
                  </a:lnTo>
                  <a:lnTo>
                    <a:pt x="188540" y="1899495"/>
                  </a:lnTo>
                  <a:lnTo>
                    <a:pt x="148575" y="1877240"/>
                  </a:lnTo>
                  <a:lnTo>
                    <a:pt x="112264" y="1849788"/>
                  </a:lnTo>
                  <a:lnTo>
                    <a:pt x="80123" y="1817658"/>
                  </a:lnTo>
                  <a:lnTo>
                    <a:pt x="52667" y="1781370"/>
                  </a:lnTo>
                  <a:lnTo>
                    <a:pt x="30412" y="1741444"/>
                  </a:lnTo>
                  <a:lnTo>
                    <a:pt x="13875" y="1698398"/>
                  </a:lnTo>
                  <a:lnTo>
                    <a:pt x="3569" y="1652752"/>
                  </a:lnTo>
                  <a:lnTo>
                    <a:pt x="9" y="1605024"/>
                  </a:lnTo>
                  <a:lnTo>
                    <a:pt x="0" y="324865"/>
                  </a:lnTo>
                  <a:lnTo>
                    <a:pt x="3441" y="278533"/>
                  </a:lnTo>
                  <a:lnTo>
                    <a:pt x="3547" y="277109"/>
                  </a:lnTo>
                  <a:lnTo>
                    <a:pt x="13844" y="231445"/>
                  </a:lnTo>
                  <a:lnTo>
                    <a:pt x="30374" y="188391"/>
                  </a:lnTo>
                  <a:lnTo>
                    <a:pt x="52618" y="148463"/>
                  </a:lnTo>
                  <a:lnTo>
                    <a:pt x="80059" y="112180"/>
                  </a:lnTo>
                  <a:lnTo>
                    <a:pt x="112180" y="80059"/>
                  </a:lnTo>
                  <a:lnTo>
                    <a:pt x="148463" y="52618"/>
                  </a:lnTo>
                  <a:lnTo>
                    <a:pt x="188391" y="30374"/>
                  </a:lnTo>
                  <a:lnTo>
                    <a:pt x="231445" y="13844"/>
                  </a:lnTo>
                  <a:lnTo>
                    <a:pt x="277109" y="3547"/>
                  </a:lnTo>
                  <a:lnTo>
                    <a:pt x="324865" y="0"/>
                  </a:lnTo>
                  <a:lnTo>
                    <a:pt x="324865" y="4698"/>
                  </a:lnTo>
                  <a:lnTo>
                    <a:pt x="3166615" y="4698"/>
                  </a:lnTo>
                  <a:lnTo>
                    <a:pt x="3188008" y="9524"/>
                  </a:lnTo>
                  <a:lnTo>
                    <a:pt x="324865" y="9524"/>
                  </a:lnTo>
                  <a:lnTo>
                    <a:pt x="278533" y="12970"/>
                  </a:lnTo>
                  <a:lnTo>
                    <a:pt x="234223" y="22972"/>
                  </a:lnTo>
                  <a:lnTo>
                    <a:pt x="192438" y="39025"/>
                  </a:lnTo>
                  <a:lnTo>
                    <a:pt x="153682" y="60627"/>
                  </a:lnTo>
                  <a:lnTo>
                    <a:pt x="118459" y="87273"/>
                  </a:lnTo>
                  <a:lnTo>
                    <a:pt x="87273" y="118459"/>
                  </a:lnTo>
                  <a:lnTo>
                    <a:pt x="60627" y="153682"/>
                  </a:lnTo>
                  <a:lnTo>
                    <a:pt x="39025" y="192438"/>
                  </a:lnTo>
                  <a:lnTo>
                    <a:pt x="22972" y="234223"/>
                  </a:lnTo>
                  <a:lnTo>
                    <a:pt x="12970" y="278533"/>
                  </a:lnTo>
                  <a:lnTo>
                    <a:pt x="9524" y="324865"/>
                  </a:lnTo>
                  <a:lnTo>
                    <a:pt x="9524" y="1605024"/>
                  </a:lnTo>
                  <a:lnTo>
                    <a:pt x="12970" y="1651356"/>
                  </a:lnTo>
                  <a:lnTo>
                    <a:pt x="22972" y="1695667"/>
                  </a:lnTo>
                  <a:lnTo>
                    <a:pt x="39025" y="1737452"/>
                  </a:lnTo>
                  <a:lnTo>
                    <a:pt x="60627" y="1776208"/>
                  </a:lnTo>
                  <a:lnTo>
                    <a:pt x="87273" y="1811431"/>
                  </a:lnTo>
                  <a:lnTo>
                    <a:pt x="118459" y="1842617"/>
                  </a:lnTo>
                  <a:lnTo>
                    <a:pt x="153682" y="1869263"/>
                  </a:lnTo>
                  <a:lnTo>
                    <a:pt x="192438" y="1890864"/>
                  </a:lnTo>
                  <a:lnTo>
                    <a:pt x="234223" y="1906918"/>
                  </a:lnTo>
                  <a:lnTo>
                    <a:pt x="278533" y="1916919"/>
                  </a:lnTo>
                  <a:lnTo>
                    <a:pt x="324865" y="1920365"/>
                  </a:lnTo>
                  <a:lnTo>
                    <a:pt x="3188015" y="1920365"/>
                  </a:lnTo>
                  <a:lnTo>
                    <a:pt x="3166629" y="1925191"/>
                  </a:lnTo>
                  <a:lnTo>
                    <a:pt x="324865" y="1925191"/>
                  </a:lnTo>
                  <a:lnTo>
                    <a:pt x="324865" y="1929890"/>
                  </a:lnTo>
                  <a:close/>
                </a:path>
                <a:path w="3439160" h="1930400">
                  <a:moveTo>
                    <a:pt x="3113783" y="4698"/>
                  </a:moveTo>
                  <a:lnTo>
                    <a:pt x="324865" y="4698"/>
                  </a:lnTo>
                  <a:lnTo>
                    <a:pt x="324865" y="0"/>
                  </a:lnTo>
                  <a:lnTo>
                    <a:pt x="3113783" y="0"/>
                  </a:lnTo>
                  <a:lnTo>
                    <a:pt x="3113783" y="4698"/>
                  </a:lnTo>
                  <a:close/>
                </a:path>
                <a:path w="3439160" h="1930400">
                  <a:moveTo>
                    <a:pt x="3166615" y="4698"/>
                  </a:moveTo>
                  <a:lnTo>
                    <a:pt x="3113783" y="4698"/>
                  </a:lnTo>
                  <a:lnTo>
                    <a:pt x="3113783" y="0"/>
                  </a:lnTo>
                  <a:lnTo>
                    <a:pt x="3161510" y="3547"/>
                  </a:lnTo>
                  <a:lnTo>
                    <a:pt x="3166615" y="4698"/>
                  </a:lnTo>
                  <a:close/>
                </a:path>
                <a:path w="3439160" h="1930400">
                  <a:moveTo>
                    <a:pt x="3188015" y="1920365"/>
                  </a:moveTo>
                  <a:lnTo>
                    <a:pt x="3113783" y="1920365"/>
                  </a:lnTo>
                  <a:lnTo>
                    <a:pt x="3160115" y="1916919"/>
                  </a:lnTo>
                  <a:lnTo>
                    <a:pt x="3204425" y="1906918"/>
                  </a:lnTo>
                  <a:lnTo>
                    <a:pt x="3246210" y="1890864"/>
                  </a:lnTo>
                  <a:lnTo>
                    <a:pt x="3284966" y="1869263"/>
                  </a:lnTo>
                  <a:lnTo>
                    <a:pt x="3320189" y="1842617"/>
                  </a:lnTo>
                  <a:lnTo>
                    <a:pt x="3351375" y="1811431"/>
                  </a:lnTo>
                  <a:lnTo>
                    <a:pt x="3378021" y="1776208"/>
                  </a:lnTo>
                  <a:lnTo>
                    <a:pt x="3399623" y="1737452"/>
                  </a:lnTo>
                  <a:lnTo>
                    <a:pt x="3415676" y="1695667"/>
                  </a:lnTo>
                  <a:lnTo>
                    <a:pt x="3425678" y="1651356"/>
                  </a:lnTo>
                  <a:lnTo>
                    <a:pt x="3429124" y="1605024"/>
                  </a:lnTo>
                  <a:lnTo>
                    <a:pt x="3429124" y="324865"/>
                  </a:lnTo>
                  <a:lnTo>
                    <a:pt x="3425678" y="278533"/>
                  </a:lnTo>
                  <a:lnTo>
                    <a:pt x="3415676" y="234223"/>
                  </a:lnTo>
                  <a:lnTo>
                    <a:pt x="3399623" y="192438"/>
                  </a:lnTo>
                  <a:lnTo>
                    <a:pt x="3378021" y="153682"/>
                  </a:lnTo>
                  <a:lnTo>
                    <a:pt x="3351375" y="118459"/>
                  </a:lnTo>
                  <a:lnTo>
                    <a:pt x="3320189" y="87273"/>
                  </a:lnTo>
                  <a:lnTo>
                    <a:pt x="3284966" y="60627"/>
                  </a:lnTo>
                  <a:lnTo>
                    <a:pt x="3246210" y="39025"/>
                  </a:lnTo>
                  <a:lnTo>
                    <a:pt x="3204425" y="22972"/>
                  </a:lnTo>
                  <a:lnTo>
                    <a:pt x="3160115" y="12970"/>
                  </a:lnTo>
                  <a:lnTo>
                    <a:pt x="3113783" y="9524"/>
                  </a:lnTo>
                  <a:lnTo>
                    <a:pt x="3188008" y="9524"/>
                  </a:lnTo>
                  <a:lnTo>
                    <a:pt x="3250202" y="30374"/>
                  </a:lnTo>
                  <a:lnTo>
                    <a:pt x="3290129" y="52618"/>
                  </a:lnTo>
                  <a:lnTo>
                    <a:pt x="3326416" y="80059"/>
                  </a:lnTo>
                  <a:lnTo>
                    <a:pt x="3358546" y="112180"/>
                  </a:lnTo>
                  <a:lnTo>
                    <a:pt x="3385998" y="148463"/>
                  </a:lnTo>
                  <a:lnTo>
                    <a:pt x="3408254" y="188391"/>
                  </a:lnTo>
                  <a:lnTo>
                    <a:pt x="3424794" y="231445"/>
                  </a:lnTo>
                  <a:lnTo>
                    <a:pt x="3435098" y="277109"/>
                  </a:lnTo>
                  <a:lnTo>
                    <a:pt x="3438649" y="324865"/>
                  </a:lnTo>
                  <a:lnTo>
                    <a:pt x="3438649" y="1605024"/>
                  </a:lnTo>
                  <a:lnTo>
                    <a:pt x="3435205" y="1651356"/>
                  </a:lnTo>
                  <a:lnTo>
                    <a:pt x="3424804" y="1698398"/>
                  </a:lnTo>
                  <a:lnTo>
                    <a:pt x="3408274" y="1741444"/>
                  </a:lnTo>
                  <a:lnTo>
                    <a:pt x="3386030" y="1781370"/>
                  </a:lnTo>
                  <a:lnTo>
                    <a:pt x="3358589" y="1817658"/>
                  </a:lnTo>
                  <a:lnTo>
                    <a:pt x="3326468" y="1849788"/>
                  </a:lnTo>
                  <a:lnTo>
                    <a:pt x="3290185" y="1877240"/>
                  </a:lnTo>
                  <a:lnTo>
                    <a:pt x="3250257" y="1899495"/>
                  </a:lnTo>
                  <a:lnTo>
                    <a:pt x="3207203" y="1916035"/>
                  </a:lnTo>
                  <a:lnTo>
                    <a:pt x="3188015" y="1920365"/>
                  </a:lnTo>
                  <a:close/>
                </a:path>
                <a:path w="3439160" h="1930400">
                  <a:moveTo>
                    <a:pt x="3113783" y="1929890"/>
                  </a:moveTo>
                  <a:lnTo>
                    <a:pt x="324865" y="1929890"/>
                  </a:lnTo>
                  <a:lnTo>
                    <a:pt x="324865" y="1925191"/>
                  </a:lnTo>
                  <a:lnTo>
                    <a:pt x="3113783" y="1925191"/>
                  </a:lnTo>
                  <a:lnTo>
                    <a:pt x="3113783" y="1929890"/>
                  </a:lnTo>
                  <a:close/>
                </a:path>
                <a:path w="3439160" h="1930400">
                  <a:moveTo>
                    <a:pt x="3113783" y="1929890"/>
                  </a:moveTo>
                  <a:lnTo>
                    <a:pt x="3113783" y="1925191"/>
                  </a:lnTo>
                  <a:lnTo>
                    <a:pt x="3166629" y="1925191"/>
                  </a:lnTo>
                  <a:lnTo>
                    <a:pt x="3161539" y="1926340"/>
                  </a:lnTo>
                  <a:lnTo>
                    <a:pt x="3113783" y="1929890"/>
                  </a:lnTo>
                  <a:close/>
                </a:path>
              </a:pathLst>
            </a:custGeom>
            <a:solidFill>
              <a:srgbClr val="DBE3E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685860" y="3246051"/>
              <a:ext cx="73660" cy="23495"/>
            </a:xfrm>
            <a:custGeom>
              <a:avLst/>
              <a:gdLst/>
              <a:ahLst/>
              <a:cxnLst/>
              <a:rect l="l" t="t" r="r" b="b"/>
              <a:pathLst>
                <a:path w="73659" h="23495">
                  <a:moveTo>
                    <a:pt x="0" y="23114"/>
                  </a:moveTo>
                  <a:lnTo>
                    <a:pt x="73151" y="23114"/>
                  </a:lnTo>
                  <a:lnTo>
                    <a:pt x="73151" y="0"/>
                  </a:lnTo>
                  <a:lnTo>
                    <a:pt x="0" y="0"/>
                  </a:lnTo>
                  <a:lnTo>
                    <a:pt x="0" y="23114"/>
                  </a:lnTo>
                  <a:close/>
                </a:path>
              </a:pathLst>
            </a:custGeom>
            <a:solidFill>
              <a:srgbClr val="000000">
                <a:alpha val="348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685860" y="1325813"/>
              <a:ext cx="73660" cy="1920239"/>
            </a:xfrm>
            <a:custGeom>
              <a:avLst/>
              <a:gdLst/>
              <a:ahLst/>
              <a:cxnLst/>
              <a:rect l="l" t="t" r="r" b="b"/>
              <a:pathLst>
                <a:path w="73659" h="1920239">
                  <a:moveTo>
                    <a:pt x="73151" y="1920238"/>
                  </a:moveTo>
                  <a:lnTo>
                    <a:pt x="0" y="1920238"/>
                  </a:lnTo>
                  <a:lnTo>
                    <a:pt x="0" y="0"/>
                  </a:lnTo>
                  <a:lnTo>
                    <a:pt x="73151" y="0"/>
                  </a:lnTo>
                  <a:lnTo>
                    <a:pt x="73151" y="1920238"/>
                  </a:lnTo>
                  <a:close/>
                </a:path>
              </a:pathLst>
            </a:custGeom>
            <a:solidFill>
              <a:srgbClr val="0E61F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3" name="object 43"/>
          <p:cNvSpPr txBox="1"/>
          <p:nvPr/>
        </p:nvSpPr>
        <p:spPr>
          <a:xfrm>
            <a:off x="974851" y="1619275"/>
            <a:ext cx="1849755" cy="9963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005"/>
              </a:lnSpc>
              <a:spcBef>
                <a:spcPts val="100"/>
              </a:spcBef>
            </a:pPr>
            <a:r>
              <a:rPr dirty="0" sz="1700" spc="-10" b="1" i="1">
                <a:solidFill>
                  <a:srgbClr val="092649"/>
                </a:solidFill>
                <a:latin typeface="Arial"/>
                <a:cs typeface="Arial"/>
              </a:rPr>
              <a:t>Frontend</a:t>
            </a:r>
            <a:endParaRPr sz="1700">
              <a:latin typeface="Arial"/>
              <a:cs typeface="Arial"/>
            </a:endParaRPr>
          </a:p>
          <a:p>
            <a:pPr marL="12700" marR="5080">
              <a:lnSpc>
                <a:spcPts val="1880"/>
              </a:lnSpc>
              <a:spcBef>
                <a:spcPts val="60"/>
              </a:spcBef>
            </a:pPr>
            <a:r>
              <a:rPr dirty="0" sz="1600">
                <a:solidFill>
                  <a:srgbClr val="161D29"/>
                </a:solidFill>
                <a:latin typeface="Arial MT"/>
                <a:cs typeface="Arial MT"/>
              </a:rPr>
              <a:t>React</a:t>
            </a:r>
            <a:r>
              <a:rPr dirty="0" sz="1600" spc="-20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600">
                <a:solidFill>
                  <a:srgbClr val="161D29"/>
                </a:solidFill>
                <a:latin typeface="Arial MT"/>
                <a:cs typeface="Arial MT"/>
              </a:rPr>
              <a:t>+</a:t>
            </a:r>
            <a:r>
              <a:rPr dirty="0" sz="1600" spc="-20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600" spc="-10">
                <a:solidFill>
                  <a:srgbClr val="161D29"/>
                </a:solidFill>
                <a:latin typeface="Arial MT"/>
                <a:cs typeface="Arial MT"/>
              </a:rPr>
              <a:t>TypeScript </a:t>
            </a:r>
            <a:r>
              <a:rPr dirty="0" sz="1600">
                <a:solidFill>
                  <a:srgbClr val="161D29"/>
                </a:solidFill>
                <a:latin typeface="Arial MT"/>
                <a:cs typeface="Arial MT"/>
              </a:rPr>
              <a:t>TanStack</a:t>
            </a:r>
            <a:r>
              <a:rPr dirty="0" sz="1600" spc="-40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600" spc="-10">
                <a:solidFill>
                  <a:srgbClr val="161D29"/>
                </a:solidFill>
                <a:latin typeface="Arial MT"/>
                <a:cs typeface="Arial MT"/>
              </a:rPr>
              <a:t>routing </a:t>
            </a:r>
            <a:r>
              <a:rPr dirty="0" sz="1600">
                <a:solidFill>
                  <a:srgbClr val="161D29"/>
                </a:solidFill>
                <a:latin typeface="Arial MT"/>
                <a:cs typeface="Arial MT"/>
              </a:rPr>
              <a:t>Vite</a:t>
            </a:r>
            <a:r>
              <a:rPr dirty="0" sz="1600" spc="-20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600">
                <a:solidFill>
                  <a:srgbClr val="161D29"/>
                </a:solidFill>
                <a:latin typeface="Arial MT"/>
                <a:cs typeface="Arial MT"/>
              </a:rPr>
              <a:t>+</a:t>
            </a:r>
            <a:r>
              <a:rPr dirty="0" sz="1600" spc="-20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600">
                <a:solidFill>
                  <a:srgbClr val="161D29"/>
                </a:solidFill>
                <a:latin typeface="Arial MT"/>
                <a:cs typeface="Arial MT"/>
              </a:rPr>
              <a:t>responsive</a:t>
            </a:r>
            <a:r>
              <a:rPr dirty="0" sz="1600" spc="-20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600" spc="-25">
                <a:solidFill>
                  <a:srgbClr val="161D29"/>
                </a:solidFill>
                <a:latin typeface="Arial MT"/>
                <a:cs typeface="Arial MT"/>
              </a:rPr>
              <a:t>UI</a:t>
            </a:r>
            <a:endParaRPr sz="1600">
              <a:latin typeface="Arial MT"/>
              <a:cs typeface="Arial MT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4475794" y="1321114"/>
            <a:ext cx="3439160" cy="1953260"/>
            <a:chOff x="4475794" y="1321114"/>
            <a:chExt cx="3439160" cy="1953260"/>
          </a:xfrm>
        </p:grpSpPr>
        <p:sp>
          <p:nvSpPr>
            <p:cNvPr id="18" name="object 18"/>
            <p:cNvSpPr/>
            <p:nvPr/>
          </p:nvSpPr>
          <p:spPr>
            <a:xfrm>
              <a:off x="4475794" y="1344101"/>
              <a:ext cx="3439160" cy="1930400"/>
            </a:xfrm>
            <a:custGeom>
              <a:avLst/>
              <a:gdLst/>
              <a:ahLst/>
              <a:cxnLst/>
              <a:rect l="l" t="t" r="r" b="b"/>
              <a:pathLst>
                <a:path w="3439160" h="1930400">
                  <a:moveTo>
                    <a:pt x="3116957" y="1929890"/>
                  </a:moveTo>
                  <a:lnTo>
                    <a:pt x="321690" y="1929890"/>
                  </a:lnTo>
                  <a:lnTo>
                    <a:pt x="274535" y="1926374"/>
                  </a:lnTo>
                  <a:lnTo>
                    <a:pt x="229401" y="1916167"/>
                  </a:lnTo>
                  <a:lnTo>
                    <a:pt x="186707" y="1899786"/>
                  </a:lnTo>
                  <a:lnTo>
                    <a:pt x="147128" y="1877745"/>
                  </a:lnTo>
                  <a:lnTo>
                    <a:pt x="111166" y="1850558"/>
                  </a:lnTo>
                  <a:lnTo>
                    <a:pt x="79331" y="1818740"/>
                  </a:lnTo>
                  <a:lnTo>
                    <a:pt x="52137" y="1782806"/>
                  </a:lnTo>
                  <a:lnTo>
                    <a:pt x="30094" y="1743270"/>
                  </a:lnTo>
                  <a:lnTo>
                    <a:pt x="13716" y="1700647"/>
                  </a:lnTo>
                  <a:lnTo>
                    <a:pt x="3514" y="1655452"/>
                  </a:lnTo>
                  <a:lnTo>
                    <a:pt x="0" y="1608199"/>
                  </a:lnTo>
                  <a:lnTo>
                    <a:pt x="0" y="321690"/>
                  </a:lnTo>
                  <a:lnTo>
                    <a:pt x="3513" y="274409"/>
                  </a:lnTo>
                  <a:lnTo>
                    <a:pt x="13712" y="229196"/>
                  </a:lnTo>
                  <a:lnTo>
                    <a:pt x="30082" y="186565"/>
                  </a:lnTo>
                  <a:lnTo>
                    <a:pt x="52112" y="147028"/>
                  </a:lnTo>
                  <a:lnTo>
                    <a:pt x="79288" y="111098"/>
                  </a:lnTo>
                  <a:lnTo>
                    <a:pt x="111098" y="79289"/>
                  </a:lnTo>
                  <a:lnTo>
                    <a:pt x="147028" y="52112"/>
                  </a:lnTo>
                  <a:lnTo>
                    <a:pt x="186565" y="30082"/>
                  </a:lnTo>
                  <a:lnTo>
                    <a:pt x="229196" y="13712"/>
                  </a:lnTo>
                  <a:lnTo>
                    <a:pt x="274409" y="3513"/>
                  </a:lnTo>
                  <a:lnTo>
                    <a:pt x="321690" y="0"/>
                  </a:lnTo>
                  <a:lnTo>
                    <a:pt x="3116957" y="0"/>
                  </a:lnTo>
                  <a:lnTo>
                    <a:pt x="3164210" y="3513"/>
                  </a:lnTo>
                  <a:lnTo>
                    <a:pt x="3209405" y="13712"/>
                  </a:lnTo>
                  <a:lnTo>
                    <a:pt x="3252028" y="30082"/>
                  </a:lnTo>
                  <a:lnTo>
                    <a:pt x="3291564" y="52112"/>
                  </a:lnTo>
                  <a:lnTo>
                    <a:pt x="3327498" y="79289"/>
                  </a:lnTo>
                  <a:lnTo>
                    <a:pt x="3359316" y="111098"/>
                  </a:lnTo>
                  <a:lnTo>
                    <a:pt x="3386503" y="147028"/>
                  </a:lnTo>
                  <a:lnTo>
                    <a:pt x="3408545" y="186565"/>
                  </a:lnTo>
                  <a:lnTo>
                    <a:pt x="3424926" y="229196"/>
                  </a:lnTo>
                  <a:lnTo>
                    <a:pt x="3435132" y="274409"/>
                  </a:lnTo>
                  <a:lnTo>
                    <a:pt x="3438648" y="321690"/>
                  </a:lnTo>
                  <a:lnTo>
                    <a:pt x="3438648" y="1608199"/>
                  </a:lnTo>
                  <a:lnTo>
                    <a:pt x="3435135" y="1655452"/>
                  </a:lnTo>
                  <a:lnTo>
                    <a:pt x="3424936" y="1700647"/>
                  </a:lnTo>
                  <a:lnTo>
                    <a:pt x="3408565" y="1743270"/>
                  </a:lnTo>
                  <a:lnTo>
                    <a:pt x="3386535" y="1782806"/>
                  </a:lnTo>
                  <a:lnTo>
                    <a:pt x="3359359" y="1818740"/>
                  </a:lnTo>
                  <a:lnTo>
                    <a:pt x="3327550" y="1850558"/>
                  </a:lnTo>
                  <a:lnTo>
                    <a:pt x="3291620" y="1877745"/>
                  </a:lnTo>
                  <a:lnTo>
                    <a:pt x="3252083" y="1899786"/>
                  </a:lnTo>
                  <a:lnTo>
                    <a:pt x="3209451" y="1916167"/>
                  </a:lnTo>
                  <a:lnTo>
                    <a:pt x="3164239" y="1926374"/>
                  </a:lnTo>
                  <a:lnTo>
                    <a:pt x="3116957" y="1929890"/>
                  </a:lnTo>
                  <a:close/>
                </a:path>
              </a:pathLst>
            </a:custGeom>
            <a:solidFill>
              <a:srgbClr val="000000">
                <a:alpha val="348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4480493" y="1325940"/>
              <a:ext cx="3429000" cy="1920239"/>
            </a:xfrm>
            <a:custGeom>
              <a:avLst/>
              <a:gdLst/>
              <a:ahLst/>
              <a:cxnLst/>
              <a:rect l="l" t="t" r="r" b="b"/>
              <a:pathLst>
                <a:path w="3429000" h="1920239">
                  <a:moveTo>
                    <a:pt x="3108956" y="1920238"/>
                  </a:moveTo>
                  <a:lnTo>
                    <a:pt x="320166" y="1920238"/>
                  </a:lnTo>
                  <a:lnTo>
                    <a:pt x="273152" y="1916740"/>
                  </a:lnTo>
                  <a:lnTo>
                    <a:pt x="228187" y="1906587"/>
                  </a:lnTo>
                  <a:lnTo>
                    <a:pt x="185782" y="1890291"/>
                  </a:lnTo>
                  <a:lnTo>
                    <a:pt x="146449" y="1868365"/>
                  </a:lnTo>
                  <a:lnTo>
                    <a:pt x="110699" y="1841319"/>
                  </a:lnTo>
                  <a:lnTo>
                    <a:pt x="79046" y="1809665"/>
                  </a:lnTo>
                  <a:lnTo>
                    <a:pt x="52000" y="1773916"/>
                  </a:lnTo>
                  <a:lnTo>
                    <a:pt x="30073" y="1734583"/>
                  </a:lnTo>
                  <a:lnTo>
                    <a:pt x="13777" y="1692177"/>
                  </a:lnTo>
                  <a:lnTo>
                    <a:pt x="3624" y="1647212"/>
                  </a:lnTo>
                  <a:lnTo>
                    <a:pt x="126" y="1600198"/>
                  </a:lnTo>
                  <a:lnTo>
                    <a:pt x="0" y="320039"/>
                  </a:lnTo>
                  <a:lnTo>
                    <a:pt x="3497" y="273025"/>
                  </a:lnTo>
                  <a:lnTo>
                    <a:pt x="13650" y="228060"/>
                  </a:lnTo>
                  <a:lnTo>
                    <a:pt x="29946" y="185655"/>
                  </a:lnTo>
                  <a:lnTo>
                    <a:pt x="51873" y="146322"/>
                  </a:lnTo>
                  <a:lnTo>
                    <a:pt x="78919" y="110572"/>
                  </a:lnTo>
                  <a:lnTo>
                    <a:pt x="110572" y="78919"/>
                  </a:lnTo>
                  <a:lnTo>
                    <a:pt x="146322" y="51873"/>
                  </a:lnTo>
                  <a:lnTo>
                    <a:pt x="185655" y="29946"/>
                  </a:lnTo>
                  <a:lnTo>
                    <a:pt x="228060" y="13650"/>
                  </a:lnTo>
                  <a:lnTo>
                    <a:pt x="273025" y="3497"/>
                  </a:lnTo>
                  <a:lnTo>
                    <a:pt x="320039" y="0"/>
                  </a:lnTo>
                  <a:lnTo>
                    <a:pt x="3108956" y="0"/>
                  </a:lnTo>
                  <a:lnTo>
                    <a:pt x="3155970" y="3497"/>
                  </a:lnTo>
                  <a:lnTo>
                    <a:pt x="3200936" y="13650"/>
                  </a:lnTo>
                  <a:lnTo>
                    <a:pt x="3243341" y="29946"/>
                  </a:lnTo>
                  <a:lnTo>
                    <a:pt x="3282674" y="51873"/>
                  </a:lnTo>
                  <a:lnTo>
                    <a:pt x="3318423" y="78919"/>
                  </a:lnTo>
                  <a:lnTo>
                    <a:pt x="3350077" y="110572"/>
                  </a:lnTo>
                  <a:lnTo>
                    <a:pt x="3377123" y="146322"/>
                  </a:lnTo>
                  <a:lnTo>
                    <a:pt x="3399050" y="185655"/>
                  </a:lnTo>
                  <a:lnTo>
                    <a:pt x="3415345" y="228060"/>
                  </a:lnTo>
                  <a:lnTo>
                    <a:pt x="3425498" y="273025"/>
                  </a:lnTo>
                  <a:lnTo>
                    <a:pt x="3428996" y="320039"/>
                  </a:lnTo>
                  <a:lnTo>
                    <a:pt x="3428996" y="1600198"/>
                  </a:lnTo>
                  <a:lnTo>
                    <a:pt x="3425498" y="1647212"/>
                  </a:lnTo>
                  <a:lnTo>
                    <a:pt x="3415345" y="1692177"/>
                  </a:lnTo>
                  <a:lnTo>
                    <a:pt x="3399050" y="1734583"/>
                  </a:lnTo>
                  <a:lnTo>
                    <a:pt x="3377123" y="1773916"/>
                  </a:lnTo>
                  <a:lnTo>
                    <a:pt x="3350077" y="1809665"/>
                  </a:lnTo>
                  <a:lnTo>
                    <a:pt x="3318423" y="1841319"/>
                  </a:lnTo>
                  <a:lnTo>
                    <a:pt x="3282674" y="1868365"/>
                  </a:lnTo>
                  <a:lnTo>
                    <a:pt x="3243341" y="1890291"/>
                  </a:lnTo>
                  <a:lnTo>
                    <a:pt x="3200936" y="1906587"/>
                  </a:lnTo>
                  <a:lnTo>
                    <a:pt x="3155970" y="1916740"/>
                  </a:lnTo>
                  <a:lnTo>
                    <a:pt x="3108956" y="1920238"/>
                  </a:lnTo>
                  <a:close/>
                </a:path>
              </a:pathLst>
            </a:custGeom>
            <a:solidFill>
              <a:srgbClr val="F4F7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4475794" y="1321114"/>
              <a:ext cx="3439160" cy="1930400"/>
            </a:xfrm>
            <a:custGeom>
              <a:avLst/>
              <a:gdLst/>
              <a:ahLst/>
              <a:cxnLst/>
              <a:rect l="l" t="t" r="r" b="b"/>
              <a:pathLst>
                <a:path w="3439159" h="1930400">
                  <a:moveTo>
                    <a:pt x="324865" y="1929890"/>
                  </a:moveTo>
                  <a:lnTo>
                    <a:pt x="277492" y="1926340"/>
                  </a:lnTo>
                  <a:lnTo>
                    <a:pt x="277236" y="1926340"/>
                  </a:lnTo>
                  <a:lnTo>
                    <a:pt x="231653" y="1916035"/>
                  </a:lnTo>
                  <a:lnTo>
                    <a:pt x="188540" y="1899495"/>
                  </a:lnTo>
                  <a:lnTo>
                    <a:pt x="148574" y="1877240"/>
                  </a:lnTo>
                  <a:lnTo>
                    <a:pt x="112264" y="1849788"/>
                  </a:lnTo>
                  <a:lnTo>
                    <a:pt x="80122" y="1817658"/>
                  </a:lnTo>
                  <a:lnTo>
                    <a:pt x="52667" y="1781370"/>
                  </a:lnTo>
                  <a:lnTo>
                    <a:pt x="30412" y="1741444"/>
                  </a:lnTo>
                  <a:lnTo>
                    <a:pt x="13875" y="1698398"/>
                  </a:lnTo>
                  <a:lnTo>
                    <a:pt x="3569" y="1652752"/>
                  </a:lnTo>
                  <a:lnTo>
                    <a:pt x="9" y="1605024"/>
                  </a:lnTo>
                  <a:lnTo>
                    <a:pt x="0" y="324865"/>
                  </a:lnTo>
                  <a:lnTo>
                    <a:pt x="3441" y="278533"/>
                  </a:lnTo>
                  <a:lnTo>
                    <a:pt x="3547" y="277109"/>
                  </a:lnTo>
                  <a:lnTo>
                    <a:pt x="13844" y="231445"/>
                  </a:lnTo>
                  <a:lnTo>
                    <a:pt x="30374" y="188391"/>
                  </a:lnTo>
                  <a:lnTo>
                    <a:pt x="52618" y="148463"/>
                  </a:lnTo>
                  <a:lnTo>
                    <a:pt x="80059" y="112180"/>
                  </a:lnTo>
                  <a:lnTo>
                    <a:pt x="112180" y="80059"/>
                  </a:lnTo>
                  <a:lnTo>
                    <a:pt x="148463" y="52618"/>
                  </a:lnTo>
                  <a:lnTo>
                    <a:pt x="188390" y="30374"/>
                  </a:lnTo>
                  <a:lnTo>
                    <a:pt x="231445" y="13844"/>
                  </a:lnTo>
                  <a:lnTo>
                    <a:pt x="277109" y="3547"/>
                  </a:lnTo>
                  <a:lnTo>
                    <a:pt x="324865" y="0"/>
                  </a:lnTo>
                  <a:lnTo>
                    <a:pt x="324865" y="4698"/>
                  </a:lnTo>
                  <a:lnTo>
                    <a:pt x="3166614" y="4698"/>
                  </a:lnTo>
                  <a:lnTo>
                    <a:pt x="3188007" y="9524"/>
                  </a:lnTo>
                  <a:lnTo>
                    <a:pt x="324865" y="9524"/>
                  </a:lnTo>
                  <a:lnTo>
                    <a:pt x="278533" y="12970"/>
                  </a:lnTo>
                  <a:lnTo>
                    <a:pt x="234223" y="22972"/>
                  </a:lnTo>
                  <a:lnTo>
                    <a:pt x="192438" y="39025"/>
                  </a:lnTo>
                  <a:lnTo>
                    <a:pt x="153682" y="60627"/>
                  </a:lnTo>
                  <a:lnTo>
                    <a:pt x="118459" y="87273"/>
                  </a:lnTo>
                  <a:lnTo>
                    <a:pt x="87272" y="118459"/>
                  </a:lnTo>
                  <a:lnTo>
                    <a:pt x="60626" y="153682"/>
                  </a:lnTo>
                  <a:lnTo>
                    <a:pt x="39025" y="192438"/>
                  </a:lnTo>
                  <a:lnTo>
                    <a:pt x="22971" y="234223"/>
                  </a:lnTo>
                  <a:lnTo>
                    <a:pt x="12970" y="278533"/>
                  </a:lnTo>
                  <a:lnTo>
                    <a:pt x="9524" y="324865"/>
                  </a:lnTo>
                  <a:lnTo>
                    <a:pt x="9524" y="1605024"/>
                  </a:lnTo>
                  <a:lnTo>
                    <a:pt x="12970" y="1651356"/>
                  </a:lnTo>
                  <a:lnTo>
                    <a:pt x="22971" y="1695667"/>
                  </a:lnTo>
                  <a:lnTo>
                    <a:pt x="39025" y="1737452"/>
                  </a:lnTo>
                  <a:lnTo>
                    <a:pt x="60626" y="1776208"/>
                  </a:lnTo>
                  <a:lnTo>
                    <a:pt x="87272" y="1811431"/>
                  </a:lnTo>
                  <a:lnTo>
                    <a:pt x="118459" y="1842617"/>
                  </a:lnTo>
                  <a:lnTo>
                    <a:pt x="153682" y="1869263"/>
                  </a:lnTo>
                  <a:lnTo>
                    <a:pt x="192438" y="1890864"/>
                  </a:lnTo>
                  <a:lnTo>
                    <a:pt x="234223" y="1906918"/>
                  </a:lnTo>
                  <a:lnTo>
                    <a:pt x="278533" y="1916919"/>
                  </a:lnTo>
                  <a:lnTo>
                    <a:pt x="324865" y="1920365"/>
                  </a:lnTo>
                  <a:lnTo>
                    <a:pt x="3188015" y="1920365"/>
                  </a:lnTo>
                  <a:lnTo>
                    <a:pt x="3166628" y="1925191"/>
                  </a:lnTo>
                  <a:lnTo>
                    <a:pt x="324865" y="1925191"/>
                  </a:lnTo>
                  <a:lnTo>
                    <a:pt x="324865" y="1929890"/>
                  </a:lnTo>
                  <a:close/>
                </a:path>
                <a:path w="3439159" h="1930400">
                  <a:moveTo>
                    <a:pt x="3113782" y="4698"/>
                  </a:moveTo>
                  <a:lnTo>
                    <a:pt x="324865" y="4698"/>
                  </a:lnTo>
                  <a:lnTo>
                    <a:pt x="324865" y="0"/>
                  </a:lnTo>
                  <a:lnTo>
                    <a:pt x="3113782" y="0"/>
                  </a:lnTo>
                  <a:lnTo>
                    <a:pt x="3113782" y="4698"/>
                  </a:lnTo>
                  <a:close/>
                </a:path>
                <a:path w="3439159" h="1930400">
                  <a:moveTo>
                    <a:pt x="3166614" y="4698"/>
                  </a:moveTo>
                  <a:lnTo>
                    <a:pt x="3113782" y="4698"/>
                  </a:lnTo>
                  <a:lnTo>
                    <a:pt x="3113782" y="0"/>
                  </a:lnTo>
                  <a:lnTo>
                    <a:pt x="3161510" y="3547"/>
                  </a:lnTo>
                  <a:lnTo>
                    <a:pt x="3166614" y="4698"/>
                  </a:lnTo>
                  <a:close/>
                </a:path>
                <a:path w="3439159" h="1930400">
                  <a:moveTo>
                    <a:pt x="3188015" y="1920365"/>
                  </a:moveTo>
                  <a:lnTo>
                    <a:pt x="3113782" y="1920365"/>
                  </a:lnTo>
                  <a:lnTo>
                    <a:pt x="3160114" y="1916919"/>
                  </a:lnTo>
                  <a:lnTo>
                    <a:pt x="3204424" y="1906918"/>
                  </a:lnTo>
                  <a:lnTo>
                    <a:pt x="3246209" y="1890864"/>
                  </a:lnTo>
                  <a:lnTo>
                    <a:pt x="3284965" y="1869263"/>
                  </a:lnTo>
                  <a:lnTo>
                    <a:pt x="3320188" y="1842617"/>
                  </a:lnTo>
                  <a:lnTo>
                    <a:pt x="3351375" y="1811431"/>
                  </a:lnTo>
                  <a:lnTo>
                    <a:pt x="3378021" y="1776208"/>
                  </a:lnTo>
                  <a:lnTo>
                    <a:pt x="3399622" y="1737452"/>
                  </a:lnTo>
                  <a:lnTo>
                    <a:pt x="3415676" y="1695667"/>
                  </a:lnTo>
                  <a:lnTo>
                    <a:pt x="3425677" y="1651356"/>
                  </a:lnTo>
                  <a:lnTo>
                    <a:pt x="3429123" y="1605024"/>
                  </a:lnTo>
                  <a:lnTo>
                    <a:pt x="3429123" y="324865"/>
                  </a:lnTo>
                  <a:lnTo>
                    <a:pt x="3425677" y="278533"/>
                  </a:lnTo>
                  <a:lnTo>
                    <a:pt x="3415676" y="234223"/>
                  </a:lnTo>
                  <a:lnTo>
                    <a:pt x="3399622" y="192438"/>
                  </a:lnTo>
                  <a:lnTo>
                    <a:pt x="3378021" y="153682"/>
                  </a:lnTo>
                  <a:lnTo>
                    <a:pt x="3351375" y="118459"/>
                  </a:lnTo>
                  <a:lnTo>
                    <a:pt x="3320188" y="87273"/>
                  </a:lnTo>
                  <a:lnTo>
                    <a:pt x="3284965" y="60627"/>
                  </a:lnTo>
                  <a:lnTo>
                    <a:pt x="3246209" y="39025"/>
                  </a:lnTo>
                  <a:lnTo>
                    <a:pt x="3204424" y="22972"/>
                  </a:lnTo>
                  <a:lnTo>
                    <a:pt x="3160114" y="12970"/>
                  </a:lnTo>
                  <a:lnTo>
                    <a:pt x="3113782" y="9524"/>
                  </a:lnTo>
                  <a:lnTo>
                    <a:pt x="3188007" y="9524"/>
                  </a:lnTo>
                  <a:lnTo>
                    <a:pt x="3250202" y="30374"/>
                  </a:lnTo>
                  <a:lnTo>
                    <a:pt x="3290128" y="52618"/>
                  </a:lnTo>
                  <a:lnTo>
                    <a:pt x="3326416" y="80059"/>
                  </a:lnTo>
                  <a:lnTo>
                    <a:pt x="3358545" y="112180"/>
                  </a:lnTo>
                  <a:lnTo>
                    <a:pt x="3385998" y="148463"/>
                  </a:lnTo>
                  <a:lnTo>
                    <a:pt x="3408253" y="188391"/>
                  </a:lnTo>
                  <a:lnTo>
                    <a:pt x="3424793" y="231445"/>
                  </a:lnTo>
                  <a:lnTo>
                    <a:pt x="3435098" y="277109"/>
                  </a:lnTo>
                  <a:lnTo>
                    <a:pt x="3438648" y="324865"/>
                  </a:lnTo>
                  <a:lnTo>
                    <a:pt x="3438648" y="1605024"/>
                  </a:lnTo>
                  <a:lnTo>
                    <a:pt x="3435204" y="1651356"/>
                  </a:lnTo>
                  <a:lnTo>
                    <a:pt x="3435101" y="1652752"/>
                  </a:lnTo>
                  <a:lnTo>
                    <a:pt x="3424803" y="1698398"/>
                  </a:lnTo>
                  <a:lnTo>
                    <a:pt x="3408274" y="1741444"/>
                  </a:lnTo>
                  <a:lnTo>
                    <a:pt x="3386030" y="1781370"/>
                  </a:lnTo>
                  <a:lnTo>
                    <a:pt x="3358588" y="1817658"/>
                  </a:lnTo>
                  <a:lnTo>
                    <a:pt x="3326468" y="1849788"/>
                  </a:lnTo>
                  <a:lnTo>
                    <a:pt x="3290184" y="1877240"/>
                  </a:lnTo>
                  <a:lnTo>
                    <a:pt x="3250257" y="1899495"/>
                  </a:lnTo>
                  <a:lnTo>
                    <a:pt x="3207202" y="1916035"/>
                  </a:lnTo>
                  <a:lnTo>
                    <a:pt x="3188015" y="1920365"/>
                  </a:lnTo>
                  <a:close/>
                </a:path>
                <a:path w="3439159" h="1930400">
                  <a:moveTo>
                    <a:pt x="3113782" y="1929890"/>
                  </a:moveTo>
                  <a:lnTo>
                    <a:pt x="324865" y="1929890"/>
                  </a:lnTo>
                  <a:lnTo>
                    <a:pt x="324865" y="1925191"/>
                  </a:lnTo>
                  <a:lnTo>
                    <a:pt x="3113782" y="1925191"/>
                  </a:lnTo>
                  <a:lnTo>
                    <a:pt x="3113782" y="1929890"/>
                  </a:lnTo>
                  <a:close/>
                </a:path>
                <a:path w="3439159" h="1930400">
                  <a:moveTo>
                    <a:pt x="3113782" y="1929890"/>
                  </a:moveTo>
                  <a:lnTo>
                    <a:pt x="3113782" y="1925191"/>
                  </a:lnTo>
                  <a:lnTo>
                    <a:pt x="3166628" y="1925191"/>
                  </a:lnTo>
                  <a:lnTo>
                    <a:pt x="3161538" y="1926340"/>
                  </a:lnTo>
                  <a:lnTo>
                    <a:pt x="3113782" y="1929890"/>
                  </a:lnTo>
                  <a:close/>
                </a:path>
              </a:pathLst>
            </a:custGeom>
            <a:solidFill>
              <a:srgbClr val="DBE3E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4480620" y="3246051"/>
              <a:ext cx="73660" cy="23495"/>
            </a:xfrm>
            <a:custGeom>
              <a:avLst/>
              <a:gdLst/>
              <a:ahLst/>
              <a:cxnLst/>
              <a:rect l="l" t="t" r="r" b="b"/>
              <a:pathLst>
                <a:path w="73660" h="23495">
                  <a:moveTo>
                    <a:pt x="0" y="23114"/>
                  </a:moveTo>
                  <a:lnTo>
                    <a:pt x="73151" y="23114"/>
                  </a:lnTo>
                  <a:lnTo>
                    <a:pt x="73151" y="0"/>
                  </a:lnTo>
                  <a:lnTo>
                    <a:pt x="0" y="0"/>
                  </a:lnTo>
                  <a:lnTo>
                    <a:pt x="0" y="23114"/>
                  </a:lnTo>
                  <a:close/>
                </a:path>
              </a:pathLst>
            </a:custGeom>
            <a:solidFill>
              <a:srgbClr val="000000">
                <a:alpha val="348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4480620" y="1325813"/>
              <a:ext cx="73660" cy="1920239"/>
            </a:xfrm>
            <a:custGeom>
              <a:avLst/>
              <a:gdLst/>
              <a:ahLst/>
              <a:cxnLst/>
              <a:rect l="l" t="t" r="r" b="b"/>
              <a:pathLst>
                <a:path w="73660" h="1920239">
                  <a:moveTo>
                    <a:pt x="73151" y="1920238"/>
                  </a:moveTo>
                  <a:lnTo>
                    <a:pt x="0" y="1920238"/>
                  </a:lnTo>
                  <a:lnTo>
                    <a:pt x="0" y="0"/>
                  </a:lnTo>
                  <a:lnTo>
                    <a:pt x="73151" y="0"/>
                  </a:lnTo>
                  <a:lnTo>
                    <a:pt x="73151" y="1920238"/>
                  </a:lnTo>
                  <a:close/>
                </a:path>
              </a:pathLst>
            </a:custGeom>
            <a:solidFill>
              <a:srgbClr val="1A905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8" name="object 48"/>
          <p:cNvSpPr txBox="1"/>
          <p:nvPr/>
        </p:nvSpPr>
        <p:spPr>
          <a:xfrm>
            <a:off x="4769611" y="1619275"/>
            <a:ext cx="2073275" cy="996315"/>
          </a:xfrm>
          <a:prstGeom prst="rect">
            <a:avLst/>
          </a:prstGeom>
        </p:spPr>
        <p:txBody>
          <a:bodyPr wrap="square" lIns="0" tIns="38100" rIns="0" bIns="0" rtlCol="0" vert="horz">
            <a:spAutoFit/>
          </a:bodyPr>
          <a:lstStyle/>
          <a:p>
            <a:pPr marL="12700" marR="1153160">
              <a:lnSpc>
                <a:spcPts val="1870"/>
              </a:lnSpc>
              <a:spcBef>
                <a:spcPts val="300"/>
              </a:spcBef>
            </a:pPr>
            <a:r>
              <a:rPr dirty="0" sz="1700" spc="-10" b="1" i="1">
                <a:solidFill>
                  <a:srgbClr val="092649"/>
                </a:solidFill>
                <a:latin typeface="Arial"/>
                <a:cs typeface="Arial"/>
              </a:rPr>
              <a:t>Backend </a:t>
            </a:r>
            <a:r>
              <a:rPr dirty="0" sz="1600" spc="-10">
                <a:solidFill>
                  <a:srgbClr val="161D29"/>
                </a:solidFill>
                <a:latin typeface="Arial MT"/>
                <a:cs typeface="Arial MT"/>
              </a:rPr>
              <a:t>FastAPI Python</a:t>
            </a:r>
            <a:endParaRPr sz="1600">
              <a:latin typeface="Arial MT"/>
              <a:cs typeface="Arial MT"/>
            </a:endParaRPr>
          </a:p>
          <a:p>
            <a:pPr marL="12700">
              <a:lnSpc>
                <a:spcPts val="1830"/>
              </a:lnSpc>
            </a:pPr>
            <a:r>
              <a:rPr dirty="0" sz="1600">
                <a:solidFill>
                  <a:srgbClr val="161D29"/>
                </a:solidFill>
                <a:latin typeface="Arial MT"/>
                <a:cs typeface="Arial MT"/>
              </a:rPr>
              <a:t>REST</a:t>
            </a:r>
            <a:r>
              <a:rPr dirty="0" sz="1600" spc="-5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600">
                <a:solidFill>
                  <a:srgbClr val="161D29"/>
                </a:solidFill>
                <a:latin typeface="Arial MT"/>
                <a:cs typeface="Arial MT"/>
              </a:rPr>
              <a:t>API</a:t>
            </a:r>
            <a:r>
              <a:rPr dirty="0" sz="1600" spc="-5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600" spc="-10">
                <a:solidFill>
                  <a:srgbClr val="161D29"/>
                </a:solidFill>
                <a:latin typeface="Arial MT"/>
                <a:cs typeface="Arial MT"/>
              </a:rPr>
              <a:t>architecture</a:t>
            </a:r>
            <a:endParaRPr sz="1600">
              <a:latin typeface="Arial MT"/>
              <a:cs typeface="Arial MT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8270554" y="1321114"/>
            <a:ext cx="3439160" cy="1953260"/>
            <a:chOff x="8270554" y="1321114"/>
            <a:chExt cx="3439160" cy="1953260"/>
          </a:xfrm>
        </p:grpSpPr>
        <p:sp>
          <p:nvSpPr>
            <p:cNvPr id="30" name="object 30"/>
            <p:cNvSpPr/>
            <p:nvPr/>
          </p:nvSpPr>
          <p:spPr>
            <a:xfrm>
              <a:off x="8270554" y="1344101"/>
              <a:ext cx="3439160" cy="1930400"/>
            </a:xfrm>
            <a:custGeom>
              <a:avLst/>
              <a:gdLst/>
              <a:ahLst/>
              <a:cxnLst/>
              <a:rect l="l" t="t" r="r" b="b"/>
              <a:pathLst>
                <a:path w="3439160" h="1930400">
                  <a:moveTo>
                    <a:pt x="3116958" y="1929890"/>
                  </a:moveTo>
                  <a:lnTo>
                    <a:pt x="321691" y="1929890"/>
                  </a:lnTo>
                  <a:lnTo>
                    <a:pt x="274536" y="1926374"/>
                  </a:lnTo>
                  <a:lnTo>
                    <a:pt x="229401" y="1916167"/>
                  </a:lnTo>
                  <a:lnTo>
                    <a:pt x="186708" y="1899786"/>
                  </a:lnTo>
                  <a:lnTo>
                    <a:pt x="147128" y="1877745"/>
                  </a:lnTo>
                  <a:lnTo>
                    <a:pt x="111166" y="1850558"/>
                  </a:lnTo>
                  <a:lnTo>
                    <a:pt x="79332" y="1818740"/>
                  </a:lnTo>
                  <a:lnTo>
                    <a:pt x="52137" y="1782806"/>
                  </a:lnTo>
                  <a:lnTo>
                    <a:pt x="30094" y="1743270"/>
                  </a:lnTo>
                  <a:lnTo>
                    <a:pt x="13716" y="1700647"/>
                  </a:lnTo>
                  <a:lnTo>
                    <a:pt x="3514" y="1655452"/>
                  </a:lnTo>
                  <a:lnTo>
                    <a:pt x="0" y="1608199"/>
                  </a:lnTo>
                  <a:lnTo>
                    <a:pt x="0" y="321690"/>
                  </a:lnTo>
                  <a:lnTo>
                    <a:pt x="3513" y="274409"/>
                  </a:lnTo>
                  <a:lnTo>
                    <a:pt x="13712" y="229196"/>
                  </a:lnTo>
                  <a:lnTo>
                    <a:pt x="30082" y="186565"/>
                  </a:lnTo>
                  <a:lnTo>
                    <a:pt x="52112" y="147028"/>
                  </a:lnTo>
                  <a:lnTo>
                    <a:pt x="79289" y="111098"/>
                  </a:lnTo>
                  <a:lnTo>
                    <a:pt x="111098" y="79289"/>
                  </a:lnTo>
                  <a:lnTo>
                    <a:pt x="147028" y="52112"/>
                  </a:lnTo>
                  <a:lnTo>
                    <a:pt x="186565" y="30082"/>
                  </a:lnTo>
                  <a:lnTo>
                    <a:pt x="229196" y="13712"/>
                  </a:lnTo>
                  <a:lnTo>
                    <a:pt x="274409" y="3513"/>
                  </a:lnTo>
                  <a:lnTo>
                    <a:pt x="321691" y="0"/>
                  </a:lnTo>
                  <a:lnTo>
                    <a:pt x="3116958" y="0"/>
                  </a:lnTo>
                  <a:lnTo>
                    <a:pt x="3164211" y="3513"/>
                  </a:lnTo>
                  <a:lnTo>
                    <a:pt x="3209406" y="13712"/>
                  </a:lnTo>
                  <a:lnTo>
                    <a:pt x="3252029" y="30082"/>
                  </a:lnTo>
                  <a:lnTo>
                    <a:pt x="3291564" y="52112"/>
                  </a:lnTo>
                  <a:lnTo>
                    <a:pt x="3327499" y="79289"/>
                  </a:lnTo>
                  <a:lnTo>
                    <a:pt x="3359317" y="111098"/>
                  </a:lnTo>
                  <a:lnTo>
                    <a:pt x="3386504" y="147028"/>
                  </a:lnTo>
                  <a:lnTo>
                    <a:pt x="3408545" y="186565"/>
                  </a:lnTo>
                  <a:lnTo>
                    <a:pt x="3424926" y="229196"/>
                  </a:lnTo>
                  <a:lnTo>
                    <a:pt x="3435132" y="274409"/>
                  </a:lnTo>
                  <a:lnTo>
                    <a:pt x="3438649" y="321690"/>
                  </a:lnTo>
                  <a:lnTo>
                    <a:pt x="3438649" y="1608199"/>
                  </a:lnTo>
                  <a:lnTo>
                    <a:pt x="3435135" y="1655452"/>
                  </a:lnTo>
                  <a:lnTo>
                    <a:pt x="3424937" y="1700647"/>
                  </a:lnTo>
                  <a:lnTo>
                    <a:pt x="3408566" y="1743270"/>
                  </a:lnTo>
                  <a:lnTo>
                    <a:pt x="3386536" y="1782806"/>
                  </a:lnTo>
                  <a:lnTo>
                    <a:pt x="3359360" y="1818740"/>
                  </a:lnTo>
                  <a:lnTo>
                    <a:pt x="3327550" y="1850558"/>
                  </a:lnTo>
                  <a:lnTo>
                    <a:pt x="3291620" y="1877745"/>
                  </a:lnTo>
                  <a:lnTo>
                    <a:pt x="3252083" y="1899786"/>
                  </a:lnTo>
                  <a:lnTo>
                    <a:pt x="3209452" y="1916167"/>
                  </a:lnTo>
                  <a:lnTo>
                    <a:pt x="3164239" y="1926374"/>
                  </a:lnTo>
                  <a:lnTo>
                    <a:pt x="3116958" y="1929890"/>
                  </a:lnTo>
                  <a:close/>
                </a:path>
              </a:pathLst>
            </a:custGeom>
            <a:solidFill>
              <a:srgbClr val="000000">
                <a:alpha val="348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8275380" y="1325940"/>
              <a:ext cx="3429000" cy="1920239"/>
            </a:xfrm>
            <a:custGeom>
              <a:avLst/>
              <a:gdLst/>
              <a:ahLst/>
              <a:cxnLst/>
              <a:rect l="l" t="t" r="r" b="b"/>
              <a:pathLst>
                <a:path w="3429000" h="1920239">
                  <a:moveTo>
                    <a:pt x="3108956" y="1920238"/>
                  </a:moveTo>
                  <a:lnTo>
                    <a:pt x="320039" y="1920238"/>
                  </a:lnTo>
                  <a:lnTo>
                    <a:pt x="273025" y="1916740"/>
                  </a:lnTo>
                  <a:lnTo>
                    <a:pt x="228060" y="1906587"/>
                  </a:lnTo>
                  <a:lnTo>
                    <a:pt x="185654" y="1890291"/>
                  </a:lnTo>
                  <a:lnTo>
                    <a:pt x="146321" y="1868365"/>
                  </a:lnTo>
                  <a:lnTo>
                    <a:pt x="110572" y="1841319"/>
                  </a:lnTo>
                  <a:lnTo>
                    <a:pt x="78919" y="1809665"/>
                  </a:lnTo>
                  <a:lnTo>
                    <a:pt x="51873" y="1773916"/>
                  </a:lnTo>
                  <a:lnTo>
                    <a:pt x="29946" y="1734583"/>
                  </a:lnTo>
                  <a:lnTo>
                    <a:pt x="13650" y="1692177"/>
                  </a:lnTo>
                  <a:lnTo>
                    <a:pt x="3497" y="1647212"/>
                  </a:lnTo>
                  <a:lnTo>
                    <a:pt x="0" y="1600198"/>
                  </a:lnTo>
                  <a:lnTo>
                    <a:pt x="0" y="320039"/>
                  </a:lnTo>
                  <a:lnTo>
                    <a:pt x="3497" y="273025"/>
                  </a:lnTo>
                  <a:lnTo>
                    <a:pt x="13650" y="228060"/>
                  </a:lnTo>
                  <a:lnTo>
                    <a:pt x="29946" y="185655"/>
                  </a:lnTo>
                  <a:lnTo>
                    <a:pt x="51873" y="146322"/>
                  </a:lnTo>
                  <a:lnTo>
                    <a:pt x="78919" y="110572"/>
                  </a:lnTo>
                  <a:lnTo>
                    <a:pt x="110572" y="78919"/>
                  </a:lnTo>
                  <a:lnTo>
                    <a:pt x="146321" y="51873"/>
                  </a:lnTo>
                  <a:lnTo>
                    <a:pt x="185654" y="29946"/>
                  </a:lnTo>
                  <a:lnTo>
                    <a:pt x="228060" y="13650"/>
                  </a:lnTo>
                  <a:lnTo>
                    <a:pt x="273025" y="3497"/>
                  </a:lnTo>
                  <a:lnTo>
                    <a:pt x="320039" y="0"/>
                  </a:lnTo>
                  <a:lnTo>
                    <a:pt x="3108956" y="0"/>
                  </a:lnTo>
                  <a:lnTo>
                    <a:pt x="3155970" y="3497"/>
                  </a:lnTo>
                  <a:lnTo>
                    <a:pt x="3200936" y="13650"/>
                  </a:lnTo>
                  <a:lnTo>
                    <a:pt x="3243341" y="29946"/>
                  </a:lnTo>
                  <a:lnTo>
                    <a:pt x="3282674" y="51873"/>
                  </a:lnTo>
                  <a:lnTo>
                    <a:pt x="3318423" y="78919"/>
                  </a:lnTo>
                  <a:lnTo>
                    <a:pt x="3350077" y="110572"/>
                  </a:lnTo>
                  <a:lnTo>
                    <a:pt x="3377123" y="146322"/>
                  </a:lnTo>
                  <a:lnTo>
                    <a:pt x="3399049" y="185655"/>
                  </a:lnTo>
                  <a:lnTo>
                    <a:pt x="3415345" y="228060"/>
                  </a:lnTo>
                  <a:lnTo>
                    <a:pt x="3425498" y="273025"/>
                  </a:lnTo>
                  <a:lnTo>
                    <a:pt x="3428996" y="320039"/>
                  </a:lnTo>
                  <a:lnTo>
                    <a:pt x="3428996" y="1600198"/>
                  </a:lnTo>
                  <a:lnTo>
                    <a:pt x="3425498" y="1647212"/>
                  </a:lnTo>
                  <a:lnTo>
                    <a:pt x="3415345" y="1692177"/>
                  </a:lnTo>
                  <a:lnTo>
                    <a:pt x="3399049" y="1734583"/>
                  </a:lnTo>
                  <a:lnTo>
                    <a:pt x="3377123" y="1773916"/>
                  </a:lnTo>
                  <a:lnTo>
                    <a:pt x="3350077" y="1809665"/>
                  </a:lnTo>
                  <a:lnTo>
                    <a:pt x="3318423" y="1841319"/>
                  </a:lnTo>
                  <a:lnTo>
                    <a:pt x="3282674" y="1868365"/>
                  </a:lnTo>
                  <a:lnTo>
                    <a:pt x="3243341" y="1890291"/>
                  </a:lnTo>
                  <a:lnTo>
                    <a:pt x="3200936" y="1906587"/>
                  </a:lnTo>
                  <a:lnTo>
                    <a:pt x="3155970" y="1916740"/>
                  </a:lnTo>
                  <a:lnTo>
                    <a:pt x="3108956" y="1920238"/>
                  </a:lnTo>
                  <a:close/>
                </a:path>
              </a:pathLst>
            </a:custGeom>
            <a:solidFill>
              <a:srgbClr val="F4F7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8270554" y="1321114"/>
              <a:ext cx="3439160" cy="1930400"/>
            </a:xfrm>
            <a:custGeom>
              <a:avLst/>
              <a:gdLst/>
              <a:ahLst/>
              <a:cxnLst/>
              <a:rect l="l" t="t" r="r" b="b"/>
              <a:pathLst>
                <a:path w="3439159" h="1930400">
                  <a:moveTo>
                    <a:pt x="324865" y="1929890"/>
                  </a:moveTo>
                  <a:lnTo>
                    <a:pt x="277492" y="1926340"/>
                  </a:lnTo>
                  <a:lnTo>
                    <a:pt x="277236" y="1926340"/>
                  </a:lnTo>
                  <a:lnTo>
                    <a:pt x="231653" y="1916035"/>
                  </a:lnTo>
                  <a:lnTo>
                    <a:pt x="188540" y="1899495"/>
                  </a:lnTo>
                  <a:lnTo>
                    <a:pt x="148574" y="1877240"/>
                  </a:lnTo>
                  <a:lnTo>
                    <a:pt x="112264" y="1849788"/>
                  </a:lnTo>
                  <a:lnTo>
                    <a:pt x="80122" y="1817658"/>
                  </a:lnTo>
                  <a:lnTo>
                    <a:pt x="52667" y="1781370"/>
                  </a:lnTo>
                  <a:lnTo>
                    <a:pt x="30412" y="1741444"/>
                  </a:lnTo>
                  <a:lnTo>
                    <a:pt x="13875" y="1698398"/>
                  </a:lnTo>
                  <a:lnTo>
                    <a:pt x="3569" y="1652752"/>
                  </a:lnTo>
                  <a:lnTo>
                    <a:pt x="9" y="1605024"/>
                  </a:lnTo>
                  <a:lnTo>
                    <a:pt x="0" y="324865"/>
                  </a:lnTo>
                  <a:lnTo>
                    <a:pt x="3441" y="278533"/>
                  </a:lnTo>
                  <a:lnTo>
                    <a:pt x="3547" y="277109"/>
                  </a:lnTo>
                  <a:lnTo>
                    <a:pt x="13844" y="231445"/>
                  </a:lnTo>
                  <a:lnTo>
                    <a:pt x="30374" y="188391"/>
                  </a:lnTo>
                  <a:lnTo>
                    <a:pt x="52618" y="148463"/>
                  </a:lnTo>
                  <a:lnTo>
                    <a:pt x="80059" y="112180"/>
                  </a:lnTo>
                  <a:lnTo>
                    <a:pt x="112180" y="80059"/>
                  </a:lnTo>
                  <a:lnTo>
                    <a:pt x="148463" y="52618"/>
                  </a:lnTo>
                  <a:lnTo>
                    <a:pt x="188390" y="30374"/>
                  </a:lnTo>
                  <a:lnTo>
                    <a:pt x="231445" y="13844"/>
                  </a:lnTo>
                  <a:lnTo>
                    <a:pt x="277109" y="3547"/>
                  </a:lnTo>
                  <a:lnTo>
                    <a:pt x="324865" y="0"/>
                  </a:lnTo>
                  <a:lnTo>
                    <a:pt x="324865" y="4698"/>
                  </a:lnTo>
                  <a:lnTo>
                    <a:pt x="3166615" y="4698"/>
                  </a:lnTo>
                  <a:lnTo>
                    <a:pt x="3188008" y="9524"/>
                  </a:lnTo>
                  <a:lnTo>
                    <a:pt x="324865" y="9524"/>
                  </a:lnTo>
                  <a:lnTo>
                    <a:pt x="278533" y="12970"/>
                  </a:lnTo>
                  <a:lnTo>
                    <a:pt x="234223" y="22972"/>
                  </a:lnTo>
                  <a:lnTo>
                    <a:pt x="192438" y="39025"/>
                  </a:lnTo>
                  <a:lnTo>
                    <a:pt x="153682" y="60627"/>
                  </a:lnTo>
                  <a:lnTo>
                    <a:pt x="118459" y="87273"/>
                  </a:lnTo>
                  <a:lnTo>
                    <a:pt x="87272" y="118459"/>
                  </a:lnTo>
                  <a:lnTo>
                    <a:pt x="60627" y="153682"/>
                  </a:lnTo>
                  <a:lnTo>
                    <a:pt x="39025" y="192438"/>
                  </a:lnTo>
                  <a:lnTo>
                    <a:pt x="22972" y="234223"/>
                  </a:lnTo>
                  <a:lnTo>
                    <a:pt x="12970" y="278533"/>
                  </a:lnTo>
                  <a:lnTo>
                    <a:pt x="9524" y="324865"/>
                  </a:lnTo>
                  <a:lnTo>
                    <a:pt x="9524" y="1605024"/>
                  </a:lnTo>
                  <a:lnTo>
                    <a:pt x="12970" y="1651356"/>
                  </a:lnTo>
                  <a:lnTo>
                    <a:pt x="22972" y="1695667"/>
                  </a:lnTo>
                  <a:lnTo>
                    <a:pt x="39025" y="1737452"/>
                  </a:lnTo>
                  <a:lnTo>
                    <a:pt x="60627" y="1776208"/>
                  </a:lnTo>
                  <a:lnTo>
                    <a:pt x="87272" y="1811431"/>
                  </a:lnTo>
                  <a:lnTo>
                    <a:pt x="118459" y="1842617"/>
                  </a:lnTo>
                  <a:lnTo>
                    <a:pt x="153682" y="1869263"/>
                  </a:lnTo>
                  <a:lnTo>
                    <a:pt x="192438" y="1890864"/>
                  </a:lnTo>
                  <a:lnTo>
                    <a:pt x="234223" y="1906918"/>
                  </a:lnTo>
                  <a:lnTo>
                    <a:pt x="278533" y="1916919"/>
                  </a:lnTo>
                  <a:lnTo>
                    <a:pt x="324865" y="1920365"/>
                  </a:lnTo>
                  <a:lnTo>
                    <a:pt x="3188015" y="1920365"/>
                  </a:lnTo>
                  <a:lnTo>
                    <a:pt x="3166629" y="1925191"/>
                  </a:lnTo>
                  <a:lnTo>
                    <a:pt x="324865" y="1925191"/>
                  </a:lnTo>
                  <a:lnTo>
                    <a:pt x="324865" y="1929890"/>
                  </a:lnTo>
                  <a:close/>
                </a:path>
                <a:path w="3439159" h="1930400">
                  <a:moveTo>
                    <a:pt x="3113783" y="4698"/>
                  </a:moveTo>
                  <a:lnTo>
                    <a:pt x="324865" y="4698"/>
                  </a:lnTo>
                  <a:lnTo>
                    <a:pt x="324865" y="0"/>
                  </a:lnTo>
                  <a:lnTo>
                    <a:pt x="3113783" y="0"/>
                  </a:lnTo>
                  <a:lnTo>
                    <a:pt x="3113783" y="4698"/>
                  </a:lnTo>
                  <a:close/>
                </a:path>
                <a:path w="3439159" h="1930400">
                  <a:moveTo>
                    <a:pt x="3166615" y="4698"/>
                  </a:moveTo>
                  <a:lnTo>
                    <a:pt x="3113783" y="4698"/>
                  </a:lnTo>
                  <a:lnTo>
                    <a:pt x="3113783" y="0"/>
                  </a:lnTo>
                  <a:lnTo>
                    <a:pt x="3161510" y="3547"/>
                  </a:lnTo>
                  <a:lnTo>
                    <a:pt x="3166615" y="4698"/>
                  </a:lnTo>
                  <a:close/>
                </a:path>
                <a:path w="3439159" h="1930400">
                  <a:moveTo>
                    <a:pt x="3188015" y="1920365"/>
                  </a:moveTo>
                  <a:lnTo>
                    <a:pt x="3113783" y="1920365"/>
                  </a:lnTo>
                  <a:lnTo>
                    <a:pt x="3160115" y="1916919"/>
                  </a:lnTo>
                  <a:lnTo>
                    <a:pt x="3204425" y="1906918"/>
                  </a:lnTo>
                  <a:lnTo>
                    <a:pt x="3246210" y="1890864"/>
                  </a:lnTo>
                  <a:lnTo>
                    <a:pt x="3284966" y="1869263"/>
                  </a:lnTo>
                  <a:lnTo>
                    <a:pt x="3320189" y="1842617"/>
                  </a:lnTo>
                  <a:lnTo>
                    <a:pt x="3351376" y="1811431"/>
                  </a:lnTo>
                  <a:lnTo>
                    <a:pt x="3378021" y="1776208"/>
                  </a:lnTo>
                  <a:lnTo>
                    <a:pt x="3399623" y="1737452"/>
                  </a:lnTo>
                  <a:lnTo>
                    <a:pt x="3415676" y="1695667"/>
                  </a:lnTo>
                  <a:lnTo>
                    <a:pt x="3425678" y="1651356"/>
                  </a:lnTo>
                  <a:lnTo>
                    <a:pt x="3429124" y="1605024"/>
                  </a:lnTo>
                  <a:lnTo>
                    <a:pt x="3429124" y="324865"/>
                  </a:lnTo>
                  <a:lnTo>
                    <a:pt x="3425678" y="278533"/>
                  </a:lnTo>
                  <a:lnTo>
                    <a:pt x="3415676" y="234223"/>
                  </a:lnTo>
                  <a:lnTo>
                    <a:pt x="3399623" y="192438"/>
                  </a:lnTo>
                  <a:lnTo>
                    <a:pt x="3378021" y="153682"/>
                  </a:lnTo>
                  <a:lnTo>
                    <a:pt x="3351376" y="118459"/>
                  </a:lnTo>
                  <a:lnTo>
                    <a:pt x="3320189" y="87273"/>
                  </a:lnTo>
                  <a:lnTo>
                    <a:pt x="3284966" y="60627"/>
                  </a:lnTo>
                  <a:lnTo>
                    <a:pt x="3246210" y="39025"/>
                  </a:lnTo>
                  <a:lnTo>
                    <a:pt x="3204425" y="22972"/>
                  </a:lnTo>
                  <a:lnTo>
                    <a:pt x="3160115" y="12970"/>
                  </a:lnTo>
                  <a:lnTo>
                    <a:pt x="3113783" y="9524"/>
                  </a:lnTo>
                  <a:lnTo>
                    <a:pt x="3188008" y="9524"/>
                  </a:lnTo>
                  <a:lnTo>
                    <a:pt x="3250203" y="30374"/>
                  </a:lnTo>
                  <a:lnTo>
                    <a:pt x="3290129" y="52618"/>
                  </a:lnTo>
                  <a:lnTo>
                    <a:pt x="3326417" y="80059"/>
                  </a:lnTo>
                  <a:lnTo>
                    <a:pt x="3358546" y="112180"/>
                  </a:lnTo>
                  <a:lnTo>
                    <a:pt x="3385998" y="148463"/>
                  </a:lnTo>
                  <a:lnTo>
                    <a:pt x="3408254" y="188391"/>
                  </a:lnTo>
                  <a:lnTo>
                    <a:pt x="3424794" y="231445"/>
                  </a:lnTo>
                  <a:lnTo>
                    <a:pt x="3435098" y="277109"/>
                  </a:lnTo>
                  <a:lnTo>
                    <a:pt x="3438649" y="324865"/>
                  </a:lnTo>
                  <a:lnTo>
                    <a:pt x="3438649" y="1605024"/>
                  </a:lnTo>
                  <a:lnTo>
                    <a:pt x="3435205" y="1651356"/>
                  </a:lnTo>
                  <a:lnTo>
                    <a:pt x="3435101" y="1652752"/>
                  </a:lnTo>
                  <a:lnTo>
                    <a:pt x="3424804" y="1698398"/>
                  </a:lnTo>
                  <a:lnTo>
                    <a:pt x="3408275" y="1741444"/>
                  </a:lnTo>
                  <a:lnTo>
                    <a:pt x="3386030" y="1781370"/>
                  </a:lnTo>
                  <a:lnTo>
                    <a:pt x="3358589" y="1817658"/>
                  </a:lnTo>
                  <a:lnTo>
                    <a:pt x="3326468" y="1849788"/>
                  </a:lnTo>
                  <a:lnTo>
                    <a:pt x="3290185" y="1877240"/>
                  </a:lnTo>
                  <a:lnTo>
                    <a:pt x="3250258" y="1899495"/>
                  </a:lnTo>
                  <a:lnTo>
                    <a:pt x="3207203" y="1916035"/>
                  </a:lnTo>
                  <a:lnTo>
                    <a:pt x="3188015" y="1920365"/>
                  </a:lnTo>
                  <a:close/>
                </a:path>
                <a:path w="3439159" h="1930400">
                  <a:moveTo>
                    <a:pt x="3113783" y="1929890"/>
                  </a:moveTo>
                  <a:lnTo>
                    <a:pt x="324865" y="1929890"/>
                  </a:lnTo>
                  <a:lnTo>
                    <a:pt x="324865" y="1925191"/>
                  </a:lnTo>
                  <a:lnTo>
                    <a:pt x="3113783" y="1925191"/>
                  </a:lnTo>
                  <a:lnTo>
                    <a:pt x="3113783" y="1929890"/>
                  </a:lnTo>
                  <a:close/>
                </a:path>
                <a:path w="3439159" h="1930400">
                  <a:moveTo>
                    <a:pt x="3113783" y="1929890"/>
                  </a:moveTo>
                  <a:lnTo>
                    <a:pt x="3113783" y="1925191"/>
                  </a:lnTo>
                  <a:lnTo>
                    <a:pt x="3166629" y="1925191"/>
                  </a:lnTo>
                  <a:lnTo>
                    <a:pt x="3161539" y="1926340"/>
                  </a:lnTo>
                  <a:lnTo>
                    <a:pt x="3113783" y="1929890"/>
                  </a:lnTo>
                  <a:close/>
                </a:path>
              </a:pathLst>
            </a:custGeom>
            <a:solidFill>
              <a:srgbClr val="DBE3E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8275380" y="3246051"/>
              <a:ext cx="73660" cy="23495"/>
            </a:xfrm>
            <a:custGeom>
              <a:avLst/>
              <a:gdLst/>
              <a:ahLst/>
              <a:cxnLst/>
              <a:rect l="l" t="t" r="r" b="b"/>
              <a:pathLst>
                <a:path w="73659" h="23495">
                  <a:moveTo>
                    <a:pt x="0" y="23114"/>
                  </a:moveTo>
                  <a:lnTo>
                    <a:pt x="73151" y="23114"/>
                  </a:lnTo>
                  <a:lnTo>
                    <a:pt x="73151" y="0"/>
                  </a:lnTo>
                  <a:lnTo>
                    <a:pt x="0" y="0"/>
                  </a:lnTo>
                  <a:lnTo>
                    <a:pt x="0" y="23114"/>
                  </a:lnTo>
                  <a:close/>
                </a:path>
              </a:pathLst>
            </a:custGeom>
            <a:solidFill>
              <a:srgbClr val="000000">
                <a:alpha val="348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8275380" y="1325813"/>
              <a:ext cx="73660" cy="1920239"/>
            </a:xfrm>
            <a:custGeom>
              <a:avLst/>
              <a:gdLst/>
              <a:ahLst/>
              <a:cxnLst/>
              <a:rect l="l" t="t" r="r" b="b"/>
              <a:pathLst>
                <a:path w="73659" h="1920239">
                  <a:moveTo>
                    <a:pt x="73151" y="1920238"/>
                  </a:moveTo>
                  <a:lnTo>
                    <a:pt x="0" y="1920238"/>
                  </a:lnTo>
                  <a:lnTo>
                    <a:pt x="0" y="0"/>
                  </a:lnTo>
                  <a:lnTo>
                    <a:pt x="73151" y="0"/>
                  </a:lnTo>
                  <a:lnTo>
                    <a:pt x="73151" y="1920238"/>
                  </a:lnTo>
                  <a:close/>
                </a:path>
              </a:pathLst>
            </a:custGeom>
            <a:solidFill>
              <a:srgbClr val="28BED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9" name="object 49"/>
          <p:cNvSpPr txBox="1"/>
          <p:nvPr/>
        </p:nvSpPr>
        <p:spPr>
          <a:xfrm>
            <a:off x="8564371" y="1619275"/>
            <a:ext cx="1741805" cy="996315"/>
          </a:xfrm>
          <a:prstGeom prst="rect">
            <a:avLst/>
          </a:prstGeom>
        </p:spPr>
        <p:txBody>
          <a:bodyPr wrap="square" lIns="0" tIns="38100" rIns="0" bIns="0" rtlCol="0" vert="horz">
            <a:spAutoFit/>
          </a:bodyPr>
          <a:lstStyle/>
          <a:p>
            <a:pPr marL="12700" marR="5080">
              <a:lnSpc>
                <a:spcPts val="1870"/>
              </a:lnSpc>
              <a:spcBef>
                <a:spcPts val="300"/>
              </a:spcBef>
            </a:pPr>
            <a:r>
              <a:rPr dirty="0" sz="1700" spc="-10" b="1" i="1">
                <a:solidFill>
                  <a:srgbClr val="092649"/>
                </a:solidFill>
                <a:latin typeface="Arial"/>
                <a:cs typeface="Arial"/>
              </a:rPr>
              <a:t>Database </a:t>
            </a:r>
            <a:r>
              <a:rPr dirty="0" sz="1600" spc="-10">
                <a:solidFill>
                  <a:srgbClr val="161D29"/>
                </a:solidFill>
                <a:latin typeface="Arial MT"/>
                <a:cs typeface="Arial MT"/>
              </a:rPr>
              <a:t>PostgreSQL SQLAlchemy </a:t>
            </a:r>
            <a:r>
              <a:rPr dirty="0" sz="1600">
                <a:solidFill>
                  <a:srgbClr val="161D29"/>
                </a:solidFill>
                <a:latin typeface="Arial MT"/>
                <a:cs typeface="Arial MT"/>
              </a:rPr>
              <a:t>Alembic</a:t>
            </a:r>
            <a:r>
              <a:rPr dirty="0" sz="1600" spc="-30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600" spc="-10">
                <a:solidFill>
                  <a:srgbClr val="161D29"/>
                </a:solidFill>
                <a:latin typeface="Arial MT"/>
                <a:cs typeface="Arial MT"/>
              </a:rPr>
              <a:t>migrations</a:t>
            </a:r>
            <a:endParaRPr sz="1600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81034" y="3652834"/>
            <a:ext cx="3439160" cy="1953260"/>
            <a:chOff x="681034" y="3652834"/>
            <a:chExt cx="3439160" cy="1953260"/>
          </a:xfrm>
        </p:grpSpPr>
        <p:sp>
          <p:nvSpPr>
            <p:cNvPr id="12" name="object 12"/>
            <p:cNvSpPr/>
            <p:nvPr/>
          </p:nvSpPr>
          <p:spPr>
            <a:xfrm>
              <a:off x="681034" y="3675821"/>
              <a:ext cx="3439160" cy="1930400"/>
            </a:xfrm>
            <a:custGeom>
              <a:avLst/>
              <a:gdLst/>
              <a:ahLst/>
              <a:cxnLst/>
              <a:rect l="l" t="t" r="r" b="b"/>
              <a:pathLst>
                <a:path w="3439160" h="1930400">
                  <a:moveTo>
                    <a:pt x="3116958" y="1929890"/>
                  </a:moveTo>
                  <a:lnTo>
                    <a:pt x="321690" y="1929890"/>
                  </a:lnTo>
                  <a:lnTo>
                    <a:pt x="274536" y="1926373"/>
                  </a:lnTo>
                  <a:lnTo>
                    <a:pt x="229402" y="1916167"/>
                  </a:lnTo>
                  <a:lnTo>
                    <a:pt x="186708" y="1899786"/>
                  </a:lnTo>
                  <a:lnTo>
                    <a:pt x="147129" y="1877745"/>
                  </a:lnTo>
                  <a:lnTo>
                    <a:pt x="111166" y="1850558"/>
                  </a:lnTo>
                  <a:lnTo>
                    <a:pt x="79332" y="1818740"/>
                  </a:lnTo>
                  <a:lnTo>
                    <a:pt x="52137" y="1782805"/>
                  </a:lnTo>
                  <a:lnTo>
                    <a:pt x="30094" y="1743269"/>
                  </a:lnTo>
                  <a:lnTo>
                    <a:pt x="13716" y="1700647"/>
                  </a:lnTo>
                  <a:lnTo>
                    <a:pt x="3514" y="1655452"/>
                  </a:lnTo>
                  <a:lnTo>
                    <a:pt x="0" y="1608199"/>
                  </a:lnTo>
                  <a:lnTo>
                    <a:pt x="0" y="321690"/>
                  </a:lnTo>
                  <a:lnTo>
                    <a:pt x="3513" y="274409"/>
                  </a:lnTo>
                  <a:lnTo>
                    <a:pt x="13712" y="229196"/>
                  </a:lnTo>
                  <a:lnTo>
                    <a:pt x="30082" y="186565"/>
                  </a:lnTo>
                  <a:lnTo>
                    <a:pt x="52112" y="147028"/>
                  </a:lnTo>
                  <a:lnTo>
                    <a:pt x="79289" y="111098"/>
                  </a:lnTo>
                  <a:lnTo>
                    <a:pt x="111098" y="79288"/>
                  </a:lnTo>
                  <a:lnTo>
                    <a:pt x="147028" y="52112"/>
                  </a:lnTo>
                  <a:lnTo>
                    <a:pt x="186565" y="30082"/>
                  </a:lnTo>
                  <a:lnTo>
                    <a:pt x="229196" y="13712"/>
                  </a:lnTo>
                  <a:lnTo>
                    <a:pt x="274409" y="3513"/>
                  </a:lnTo>
                  <a:lnTo>
                    <a:pt x="321690" y="0"/>
                  </a:lnTo>
                  <a:lnTo>
                    <a:pt x="3116958" y="0"/>
                  </a:lnTo>
                  <a:lnTo>
                    <a:pt x="3164211" y="3513"/>
                  </a:lnTo>
                  <a:lnTo>
                    <a:pt x="3209406" y="13712"/>
                  </a:lnTo>
                  <a:lnTo>
                    <a:pt x="3252028" y="30082"/>
                  </a:lnTo>
                  <a:lnTo>
                    <a:pt x="3291564" y="52112"/>
                  </a:lnTo>
                  <a:lnTo>
                    <a:pt x="3327499" y="79288"/>
                  </a:lnTo>
                  <a:lnTo>
                    <a:pt x="3359317" y="111098"/>
                  </a:lnTo>
                  <a:lnTo>
                    <a:pt x="3386504" y="147028"/>
                  </a:lnTo>
                  <a:lnTo>
                    <a:pt x="3408545" y="186565"/>
                  </a:lnTo>
                  <a:lnTo>
                    <a:pt x="3424926" y="229196"/>
                  </a:lnTo>
                  <a:lnTo>
                    <a:pt x="3435132" y="274409"/>
                  </a:lnTo>
                  <a:lnTo>
                    <a:pt x="3438649" y="321690"/>
                  </a:lnTo>
                  <a:lnTo>
                    <a:pt x="3438649" y="1608199"/>
                  </a:lnTo>
                  <a:lnTo>
                    <a:pt x="3435135" y="1655452"/>
                  </a:lnTo>
                  <a:lnTo>
                    <a:pt x="3424936" y="1700647"/>
                  </a:lnTo>
                  <a:lnTo>
                    <a:pt x="3408566" y="1743269"/>
                  </a:lnTo>
                  <a:lnTo>
                    <a:pt x="3386536" y="1782805"/>
                  </a:lnTo>
                  <a:lnTo>
                    <a:pt x="3359359" y="1818740"/>
                  </a:lnTo>
                  <a:lnTo>
                    <a:pt x="3327550" y="1850558"/>
                  </a:lnTo>
                  <a:lnTo>
                    <a:pt x="3291620" y="1877745"/>
                  </a:lnTo>
                  <a:lnTo>
                    <a:pt x="3252083" y="1899786"/>
                  </a:lnTo>
                  <a:lnTo>
                    <a:pt x="3209452" y="1916167"/>
                  </a:lnTo>
                  <a:lnTo>
                    <a:pt x="3164239" y="1926373"/>
                  </a:lnTo>
                  <a:lnTo>
                    <a:pt x="3116958" y="1929890"/>
                  </a:lnTo>
                  <a:close/>
                </a:path>
              </a:pathLst>
            </a:custGeom>
            <a:solidFill>
              <a:srgbClr val="000000">
                <a:alpha val="348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685733" y="3657660"/>
              <a:ext cx="3429000" cy="1920239"/>
            </a:xfrm>
            <a:custGeom>
              <a:avLst/>
              <a:gdLst/>
              <a:ahLst/>
              <a:cxnLst/>
              <a:rect l="l" t="t" r="r" b="b"/>
              <a:pathLst>
                <a:path w="3429000" h="1920239">
                  <a:moveTo>
                    <a:pt x="3108957" y="1920238"/>
                  </a:moveTo>
                  <a:lnTo>
                    <a:pt x="320166" y="1920238"/>
                  </a:lnTo>
                  <a:lnTo>
                    <a:pt x="273152" y="1916740"/>
                  </a:lnTo>
                  <a:lnTo>
                    <a:pt x="228187" y="1906587"/>
                  </a:lnTo>
                  <a:lnTo>
                    <a:pt x="185782" y="1890291"/>
                  </a:lnTo>
                  <a:lnTo>
                    <a:pt x="146449" y="1868365"/>
                  </a:lnTo>
                  <a:lnTo>
                    <a:pt x="110699" y="1841318"/>
                  </a:lnTo>
                  <a:lnTo>
                    <a:pt x="79046" y="1809665"/>
                  </a:lnTo>
                  <a:lnTo>
                    <a:pt x="52000" y="1773915"/>
                  </a:lnTo>
                  <a:lnTo>
                    <a:pt x="30073" y="1734582"/>
                  </a:lnTo>
                  <a:lnTo>
                    <a:pt x="13777" y="1692177"/>
                  </a:lnTo>
                  <a:lnTo>
                    <a:pt x="3624" y="1647212"/>
                  </a:lnTo>
                  <a:lnTo>
                    <a:pt x="126" y="1600198"/>
                  </a:lnTo>
                  <a:lnTo>
                    <a:pt x="0" y="320039"/>
                  </a:lnTo>
                  <a:lnTo>
                    <a:pt x="3497" y="273025"/>
                  </a:lnTo>
                  <a:lnTo>
                    <a:pt x="13650" y="228060"/>
                  </a:lnTo>
                  <a:lnTo>
                    <a:pt x="29946" y="185655"/>
                  </a:lnTo>
                  <a:lnTo>
                    <a:pt x="51873" y="146322"/>
                  </a:lnTo>
                  <a:lnTo>
                    <a:pt x="78919" y="110572"/>
                  </a:lnTo>
                  <a:lnTo>
                    <a:pt x="110572" y="78919"/>
                  </a:lnTo>
                  <a:lnTo>
                    <a:pt x="146322" y="51873"/>
                  </a:lnTo>
                  <a:lnTo>
                    <a:pt x="185655" y="29946"/>
                  </a:lnTo>
                  <a:lnTo>
                    <a:pt x="228060" y="13650"/>
                  </a:lnTo>
                  <a:lnTo>
                    <a:pt x="273025" y="3497"/>
                  </a:lnTo>
                  <a:lnTo>
                    <a:pt x="320039" y="0"/>
                  </a:lnTo>
                  <a:lnTo>
                    <a:pt x="3108957" y="0"/>
                  </a:lnTo>
                  <a:lnTo>
                    <a:pt x="3155971" y="3497"/>
                  </a:lnTo>
                  <a:lnTo>
                    <a:pt x="3200936" y="13650"/>
                  </a:lnTo>
                  <a:lnTo>
                    <a:pt x="3243341" y="29946"/>
                  </a:lnTo>
                  <a:lnTo>
                    <a:pt x="3282674" y="51873"/>
                  </a:lnTo>
                  <a:lnTo>
                    <a:pt x="3318424" y="78919"/>
                  </a:lnTo>
                  <a:lnTo>
                    <a:pt x="3350077" y="110572"/>
                  </a:lnTo>
                  <a:lnTo>
                    <a:pt x="3377123" y="146322"/>
                  </a:lnTo>
                  <a:lnTo>
                    <a:pt x="3399050" y="185655"/>
                  </a:lnTo>
                  <a:lnTo>
                    <a:pt x="3415346" y="228060"/>
                  </a:lnTo>
                  <a:lnTo>
                    <a:pt x="3425499" y="273025"/>
                  </a:lnTo>
                  <a:lnTo>
                    <a:pt x="3428997" y="320039"/>
                  </a:lnTo>
                  <a:lnTo>
                    <a:pt x="3428997" y="1600198"/>
                  </a:lnTo>
                  <a:lnTo>
                    <a:pt x="3425499" y="1647212"/>
                  </a:lnTo>
                  <a:lnTo>
                    <a:pt x="3415346" y="1692177"/>
                  </a:lnTo>
                  <a:lnTo>
                    <a:pt x="3399050" y="1734582"/>
                  </a:lnTo>
                  <a:lnTo>
                    <a:pt x="3377123" y="1773915"/>
                  </a:lnTo>
                  <a:lnTo>
                    <a:pt x="3350077" y="1809665"/>
                  </a:lnTo>
                  <a:lnTo>
                    <a:pt x="3318424" y="1841318"/>
                  </a:lnTo>
                  <a:lnTo>
                    <a:pt x="3282674" y="1868365"/>
                  </a:lnTo>
                  <a:lnTo>
                    <a:pt x="3243341" y="1890291"/>
                  </a:lnTo>
                  <a:lnTo>
                    <a:pt x="3200936" y="1906587"/>
                  </a:lnTo>
                  <a:lnTo>
                    <a:pt x="3155971" y="1916740"/>
                  </a:lnTo>
                  <a:lnTo>
                    <a:pt x="3108957" y="1920238"/>
                  </a:lnTo>
                  <a:close/>
                </a:path>
              </a:pathLst>
            </a:custGeom>
            <a:solidFill>
              <a:srgbClr val="F4F7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681034" y="3652834"/>
              <a:ext cx="3439160" cy="1930400"/>
            </a:xfrm>
            <a:custGeom>
              <a:avLst/>
              <a:gdLst/>
              <a:ahLst/>
              <a:cxnLst/>
              <a:rect l="l" t="t" r="r" b="b"/>
              <a:pathLst>
                <a:path w="3439160" h="1930400">
                  <a:moveTo>
                    <a:pt x="324865" y="1929889"/>
                  </a:moveTo>
                  <a:lnTo>
                    <a:pt x="277493" y="1926339"/>
                  </a:lnTo>
                  <a:lnTo>
                    <a:pt x="277236" y="1926339"/>
                  </a:lnTo>
                  <a:lnTo>
                    <a:pt x="231654" y="1916034"/>
                  </a:lnTo>
                  <a:lnTo>
                    <a:pt x="188540" y="1899495"/>
                  </a:lnTo>
                  <a:lnTo>
                    <a:pt x="148575" y="1877239"/>
                  </a:lnTo>
                  <a:lnTo>
                    <a:pt x="112264" y="1849787"/>
                  </a:lnTo>
                  <a:lnTo>
                    <a:pt x="80123" y="1817657"/>
                  </a:lnTo>
                  <a:lnTo>
                    <a:pt x="52667" y="1781370"/>
                  </a:lnTo>
                  <a:lnTo>
                    <a:pt x="30412" y="1741443"/>
                  </a:lnTo>
                  <a:lnTo>
                    <a:pt x="13875" y="1698397"/>
                  </a:lnTo>
                  <a:lnTo>
                    <a:pt x="3569" y="1652751"/>
                  </a:lnTo>
                  <a:lnTo>
                    <a:pt x="9" y="1605024"/>
                  </a:lnTo>
                  <a:lnTo>
                    <a:pt x="0" y="324865"/>
                  </a:lnTo>
                  <a:lnTo>
                    <a:pt x="3441" y="278533"/>
                  </a:lnTo>
                  <a:lnTo>
                    <a:pt x="3547" y="277109"/>
                  </a:lnTo>
                  <a:lnTo>
                    <a:pt x="13844" y="231445"/>
                  </a:lnTo>
                  <a:lnTo>
                    <a:pt x="30374" y="188390"/>
                  </a:lnTo>
                  <a:lnTo>
                    <a:pt x="52618" y="148463"/>
                  </a:lnTo>
                  <a:lnTo>
                    <a:pt x="80059" y="112180"/>
                  </a:lnTo>
                  <a:lnTo>
                    <a:pt x="112180" y="80059"/>
                  </a:lnTo>
                  <a:lnTo>
                    <a:pt x="148463" y="52618"/>
                  </a:lnTo>
                  <a:lnTo>
                    <a:pt x="188391" y="30374"/>
                  </a:lnTo>
                  <a:lnTo>
                    <a:pt x="231445" y="13844"/>
                  </a:lnTo>
                  <a:lnTo>
                    <a:pt x="277109" y="3547"/>
                  </a:lnTo>
                  <a:lnTo>
                    <a:pt x="324865" y="0"/>
                  </a:lnTo>
                  <a:lnTo>
                    <a:pt x="324865" y="4698"/>
                  </a:lnTo>
                  <a:lnTo>
                    <a:pt x="3166614" y="4698"/>
                  </a:lnTo>
                  <a:lnTo>
                    <a:pt x="3188006" y="9524"/>
                  </a:lnTo>
                  <a:lnTo>
                    <a:pt x="324865" y="9524"/>
                  </a:lnTo>
                  <a:lnTo>
                    <a:pt x="278533" y="12970"/>
                  </a:lnTo>
                  <a:lnTo>
                    <a:pt x="234223" y="22971"/>
                  </a:lnTo>
                  <a:lnTo>
                    <a:pt x="192438" y="39025"/>
                  </a:lnTo>
                  <a:lnTo>
                    <a:pt x="153682" y="60626"/>
                  </a:lnTo>
                  <a:lnTo>
                    <a:pt x="118459" y="87272"/>
                  </a:lnTo>
                  <a:lnTo>
                    <a:pt x="87273" y="118459"/>
                  </a:lnTo>
                  <a:lnTo>
                    <a:pt x="60627" y="153682"/>
                  </a:lnTo>
                  <a:lnTo>
                    <a:pt x="39025" y="192438"/>
                  </a:lnTo>
                  <a:lnTo>
                    <a:pt x="22972" y="234223"/>
                  </a:lnTo>
                  <a:lnTo>
                    <a:pt x="12970" y="278533"/>
                  </a:lnTo>
                  <a:lnTo>
                    <a:pt x="9524" y="324865"/>
                  </a:lnTo>
                  <a:lnTo>
                    <a:pt x="9524" y="1605024"/>
                  </a:lnTo>
                  <a:lnTo>
                    <a:pt x="12970" y="1651356"/>
                  </a:lnTo>
                  <a:lnTo>
                    <a:pt x="22972" y="1695666"/>
                  </a:lnTo>
                  <a:lnTo>
                    <a:pt x="39025" y="1737451"/>
                  </a:lnTo>
                  <a:lnTo>
                    <a:pt x="60627" y="1776207"/>
                  </a:lnTo>
                  <a:lnTo>
                    <a:pt x="87273" y="1811430"/>
                  </a:lnTo>
                  <a:lnTo>
                    <a:pt x="118459" y="1842616"/>
                  </a:lnTo>
                  <a:lnTo>
                    <a:pt x="153682" y="1869262"/>
                  </a:lnTo>
                  <a:lnTo>
                    <a:pt x="192438" y="1890864"/>
                  </a:lnTo>
                  <a:lnTo>
                    <a:pt x="234223" y="1906917"/>
                  </a:lnTo>
                  <a:lnTo>
                    <a:pt x="278533" y="1916919"/>
                  </a:lnTo>
                  <a:lnTo>
                    <a:pt x="324865" y="1920364"/>
                  </a:lnTo>
                  <a:lnTo>
                    <a:pt x="3188015" y="1920364"/>
                  </a:lnTo>
                  <a:lnTo>
                    <a:pt x="3166630" y="1925190"/>
                  </a:lnTo>
                  <a:lnTo>
                    <a:pt x="324865" y="1925190"/>
                  </a:lnTo>
                  <a:lnTo>
                    <a:pt x="324865" y="1929889"/>
                  </a:lnTo>
                  <a:close/>
                </a:path>
                <a:path w="3439160" h="1930400">
                  <a:moveTo>
                    <a:pt x="3113783" y="4698"/>
                  </a:moveTo>
                  <a:lnTo>
                    <a:pt x="324865" y="4698"/>
                  </a:lnTo>
                  <a:lnTo>
                    <a:pt x="324865" y="0"/>
                  </a:lnTo>
                  <a:lnTo>
                    <a:pt x="3113783" y="0"/>
                  </a:lnTo>
                  <a:lnTo>
                    <a:pt x="3113783" y="4698"/>
                  </a:lnTo>
                  <a:close/>
                </a:path>
                <a:path w="3439160" h="1930400">
                  <a:moveTo>
                    <a:pt x="3166614" y="4698"/>
                  </a:moveTo>
                  <a:lnTo>
                    <a:pt x="3113783" y="4698"/>
                  </a:lnTo>
                  <a:lnTo>
                    <a:pt x="3113783" y="0"/>
                  </a:lnTo>
                  <a:lnTo>
                    <a:pt x="3161510" y="3547"/>
                  </a:lnTo>
                  <a:lnTo>
                    <a:pt x="3166614" y="4698"/>
                  </a:lnTo>
                  <a:close/>
                </a:path>
                <a:path w="3439160" h="1930400">
                  <a:moveTo>
                    <a:pt x="3188015" y="1920364"/>
                  </a:moveTo>
                  <a:lnTo>
                    <a:pt x="3113783" y="1920364"/>
                  </a:lnTo>
                  <a:lnTo>
                    <a:pt x="3160115" y="1916919"/>
                  </a:lnTo>
                  <a:lnTo>
                    <a:pt x="3204425" y="1906917"/>
                  </a:lnTo>
                  <a:lnTo>
                    <a:pt x="3246210" y="1890864"/>
                  </a:lnTo>
                  <a:lnTo>
                    <a:pt x="3284966" y="1869262"/>
                  </a:lnTo>
                  <a:lnTo>
                    <a:pt x="3320189" y="1842616"/>
                  </a:lnTo>
                  <a:lnTo>
                    <a:pt x="3351375" y="1811430"/>
                  </a:lnTo>
                  <a:lnTo>
                    <a:pt x="3378021" y="1776207"/>
                  </a:lnTo>
                  <a:lnTo>
                    <a:pt x="3399623" y="1737451"/>
                  </a:lnTo>
                  <a:lnTo>
                    <a:pt x="3415676" y="1695666"/>
                  </a:lnTo>
                  <a:lnTo>
                    <a:pt x="3425678" y="1651356"/>
                  </a:lnTo>
                  <a:lnTo>
                    <a:pt x="3429124" y="1605024"/>
                  </a:lnTo>
                  <a:lnTo>
                    <a:pt x="3429124" y="324865"/>
                  </a:lnTo>
                  <a:lnTo>
                    <a:pt x="3425678" y="278533"/>
                  </a:lnTo>
                  <a:lnTo>
                    <a:pt x="3415676" y="234223"/>
                  </a:lnTo>
                  <a:lnTo>
                    <a:pt x="3399623" y="192438"/>
                  </a:lnTo>
                  <a:lnTo>
                    <a:pt x="3378021" y="153682"/>
                  </a:lnTo>
                  <a:lnTo>
                    <a:pt x="3351375" y="118459"/>
                  </a:lnTo>
                  <a:lnTo>
                    <a:pt x="3320189" y="87272"/>
                  </a:lnTo>
                  <a:lnTo>
                    <a:pt x="3284966" y="60626"/>
                  </a:lnTo>
                  <a:lnTo>
                    <a:pt x="3246210" y="39025"/>
                  </a:lnTo>
                  <a:lnTo>
                    <a:pt x="3204425" y="22971"/>
                  </a:lnTo>
                  <a:lnTo>
                    <a:pt x="3160115" y="12970"/>
                  </a:lnTo>
                  <a:lnTo>
                    <a:pt x="3113783" y="9524"/>
                  </a:lnTo>
                  <a:lnTo>
                    <a:pt x="3188006" y="9524"/>
                  </a:lnTo>
                  <a:lnTo>
                    <a:pt x="3250202" y="30374"/>
                  </a:lnTo>
                  <a:lnTo>
                    <a:pt x="3290129" y="52618"/>
                  </a:lnTo>
                  <a:lnTo>
                    <a:pt x="3326416" y="80059"/>
                  </a:lnTo>
                  <a:lnTo>
                    <a:pt x="3358546" y="112180"/>
                  </a:lnTo>
                  <a:lnTo>
                    <a:pt x="3385998" y="148463"/>
                  </a:lnTo>
                  <a:lnTo>
                    <a:pt x="3408254" y="188390"/>
                  </a:lnTo>
                  <a:lnTo>
                    <a:pt x="3424794" y="231445"/>
                  </a:lnTo>
                  <a:lnTo>
                    <a:pt x="3435098" y="277109"/>
                  </a:lnTo>
                  <a:lnTo>
                    <a:pt x="3438649" y="324865"/>
                  </a:lnTo>
                  <a:lnTo>
                    <a:pt x="3438649" y="1605024"/>
                  </a:lnTo>
                  <a:lnTo>
                    <a:pt x="3435205" y="1651356"/>
                  </a:lnTo>
                  <a:lnTo>
                    <a:pt x="3424804" y="1698397"/>
                  </a:lnTo>
                  <a:lnTo>
                    <a:pt x="3408274" y="1741443"/>
                  </a:lnTo>
                  <a:lnTo>
                    <a:pt x="3386030" y="1781370"/>
                  </a:lnTo>
                  <a:lnTo>
                    <a:pt x="3358589" y="1817657"/>
                  </a:lnTo>
                  <a:lnTo>
                    <a:pt x="3326468" y="1849787"/>
                  </a:lnTo>
                  <a:lnTo>
                    <a:pt x="3290185" y="1877239"/>
                  </a:lnTo>
                  <a:lnTo>
                    <a:pt x="3250257" y="1899495"/>
                  </a:lnTo>
                  <a:lnTo>
                    <a:pt x="3207203" y="1916034"/>
                  </a:lnTo>
                  <a:lnTo>
                    <a:pt x="3188015" y="1920364"/>
                  </a:lnTo>
                  <a:close/>
                </a:path>
                <a:path w="3439160" h="1930400">
                  <a:moveTo>
                    <a:pt x="3113783" y="1929889"/>
                  </a:moveTo>
                  <a:lnTo>
                    <a:pt x="324865" y="1929889"/>
                  </a:lnTo>
                  <a:lnTo>
                    <a:pt x="324865" y="1925190"/>
                  </a:lnTo>
                  <a:lnTo>
                    <a:pt x="3113783" y="1925190"/>
                  </a:lnTo>
                  <a:lnTo>
                    <a:pt x="3113783" y="1929889"/>
                  </a:lnTo>
                  <a:close/>
                </a:path>
                <a:path w="3439160" h="1930400">
                  <a:moveTo>
                    <a:pt x="3113783" y="1929889"/>
                  </a:moveTo>
                  <a:lnTo>
                    <a:pt x="3113783" y="1925190"/>
                  </a:lnTo>
                  <a:lnTo>
                    <a:pt x="3166630" y="1925190"/>
                  </a:lnTo>
                  <a:lnTo>
                    <a:pt x="3161539" y="1926339"/>
                  </a:lnTo>
                  <a:lnTo>
                    <a:pt x="3113783" y="1929889"/>
                  </a:lnTo>
                  <a:close/>
                </a:path>
              </a:pathLst>
            </a:custGeom>
            <a:solidFill>
              <a:srgbClr val="DBE3E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685860" y="5577771"/>
              <a:ext cx="73660" cy="23495"/>
            </a:xfrm>
            <a:custGeom>
              <a:avLst/>
              <a:gdLst/>
              <a:ahLst/>
              <a:cxnLst/>
              <a:rect l="l" t="t" r="r" b="b"/>
              <a:pathLst>
                <a:path w="73659" h="23495">
                  <a:moveTo>
                    <a:pt x="0" y="23113"/>
                  </a:moveTo>
                  <a:lnTo>
                    <a:pt x="73151" y="23113"/>
                  </a:lnTo>
                  <a:lnTo>
                    <a:pt x="73151" y="0"/>
                  </a:lnTo>
                  <a:lnTo>
                    <a:pt x="0" y="0"/>
                  </a:lnTo>
                  <a:lnTo>
                    <a:pt x="0" y="23113"/>
                  </a:lnTo>
                  <a:close/>
                </a:path>
              </a:pathLst>
            </a:custGeom>
            <a:solidFill>
              <a:srgbClr val="000000">
                <a:alpha val="348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685860" y="3657533"/>
              <a:ext cx="73660" cy="1920239"/>
            </a:xfrm>
            <a:custGeom>
              <a:avLst/>
              <a:gdLst/>
              <a:ahLst/>
              <a:cxnLst/>
              <a:rect l="l" t="t" r="r" b="b"/>
              <a:pathLst>
                <a:path w="73659" h="1920239">
                  <a:moveTo>
                    <a:pt x="73151" y="1920238"/>
                  </a:moveTo>
                  <a:lnTo>
                    <a:pt x="0" y="1920238"/>
                  </a:lnTo>
                  <a:lnTo>
                    <a:pt x="0" y="0"/>
                  </a:lnTo>
                  <a:lnTo>
                    <a:pt x="73151" y="0"/>
                  </a:lnTo>
                  <a:lnTo>
                    <a:pt x="73151" y="1920238"/>
                  </a:lnTo>
                  <a:close/>
                </a:path>
              </a:pathLst>
            </a:custGeom>
            <a:solidFill>
              <a:srgbClr val="6F4B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2" name="object 42"/>
          <p:cNvSpPr txBox="1"/>
          <p:nvPr/>
        </p:nvSpPr>
        <p:spPr>
          <a:xfrm>
            <a:off x="974851" y="3951004"/>
            <a:ext cx="2047239" cy="9963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005"/>
              </a:lnSpc>
              <a:spcBef>
                <a:spcPts val="100"/>
              </a:spcBef>
            </a:pPr>
            <a:r>
              <a:rPr dirty="0" sz="1700" spc="-25" b="1" i="1">
                <a:solidFill>
                  <a:srgbClr val="092649"/>
                </a:solidFill>
                <a:latin typeface="Arial"/>
                <a:cs typeface="Arial"/>
              </a:rPr>
              <a:t>AI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ts val="1864"/>
              </a:lnSpc>
            </a:pPr>
            <a:r>
              <a:rPr dirty="0" sz="1600">
                <a:solidFill>
                  <a:srgbClr val="161D29"/>
                </a:solidFill>
                <a:latin typeface="Arial MT"/>
                <a:cs typeface="Arial MT"/>
              </a:rPr>
              <a:t>IBM</a:t>
            </a:r>
            <a:r>
              <a:rPr dirty="0" sz="1600" spc="-30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600" spc="-10">
                <a:solidFill>
                  <a:srgbClr val="161D29"/>
                </a:solidFill>
                <a:latin typeface="Arial MT"/>
                <a:cs typeface="Arial MT"/>
              </a:rPr>
              <a:t>watsonx.ai</a:t>
            </a:r>
            <a:endParaRPr sz="1600">
              <a:latin typeface="Arial MT"/>
              <a:cs typeface="Arial MT"/>
            </a:endParaRPr>
          </a:p>
          <a:p>
            <a:pPr marL="12700" marR="5080">
              <a:lnSpc>
                <a:spcPts val="1880"/>
              </a:lnSpc>
              <a:spcBef>
                <a:spcPts val="70"/>
              </a:spcBef>
            </a:pPr>
            <a:r>
              <a:rPr dirty="0" sz="1600">
                <a:solidFill>
                  <a:srgbClr val="161D29"/>
                </a:solidFill>
                <a:latin typeface="Arial MT"/>
                <a:cs typeface="Arial MT"/>
              </a:rPr>
              <a:t>IBM</a:t>
            </a:r>
            <a:r>
              <a:rPr dirty="0" sz="1600" spc="-20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600">
                <a:solidFill>
                  <a:srgbClr val="161D29"/>
                </a:solidFill>
                <a:latin typeface="Arial MT"/>
                <a:cs typeface="Arial MT"/>
              </a:rPr>
              <a:t>Granite</a:t>
            </a:r>
            <a:r>
              <a:rPr dirty="0" sz="1600" spc="-15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600">
                <a:solidFill>
                  <a:srgbClr val="161D29"/>
                </a:solidFill>
                <a:latin typeface="Arial MT"/>
                <a:cs typeface="Arial MT"/>
              </a:rPr>
              <a:t>4</a:t>
            </a:r>
            <a:r>
              <a:rPr dirty="0" sz="1600" spc="-15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600">
                <a:solidFill>
                  <a:srgbClr val="161D29"/>
                </a:solidFill>
                <a:latin typeface="Arial MT"/>
                <a:cs typeface="Arial MT"/>
              </a:rPr>
              <a:t>H</a:t>
            </a:r>
            <a:r>
              <a:rPr dirty="0" sz="1600" spc="-20">
                <a:solidFill>
                  <a:srgbClr val="161D29"/>
                </a:solidFill>
                <a:latin typeface="Arial MT"/>
                <a:cs typeface="Arial MT"/>
              </a:rPr>
              <a:t> Small </a:t>
            </a:r>
            <a:r>
              <a:rPr dirty="0" sz="1600">
                <a:solidFill>
                  <a:srgbClr val="161D29"/>
                </a:solidFill>
                <a:latin typeface="Arial MT"/>
                <a:cs typeface="Arial MT"/>
              </a:rPr>
              <a:t>REST</a:t>
            </a:r>
            <a:r>
              <a:rPr dirty="0" sz="1600" spc="-15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600" spc="-10">
                <a:solidFill>
                  <a:srgbClr val="161D29"/>
                </a:solidFill>
                <a:latin typeface="Arial MT"/>
                <a:cs typeface="Arial MT"/>
              </a:rPr>
              <a:t>inference</a:t>
            </a:r>
            <a:endParaRPr sz="1600">
              <a:latin typeface="Arial MT"/>
              <a:cs typeface="Arial MT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4475794" y="3652834"/>
            <a:ext cx="3439160" cy="1953260"/>
            <a:chOff x="4475794" y="3652834"/>
            <a:chExt cx="3439160" cy="1953260"/>
          </a:xfrm>
        </p:grpSpPr>
        <p:sp>
          <p:nvSpPr>
            <p:cNvPr id="24" name="object 24"/>
            <p:cNvSpPr/>
            <p:nvPr/>
          </p:nvSpPr>
          <p:spPr>
            <a:xfrm>
              <a:off x="4475794" y="3675821"/>
              <a:ext cx="3439160" cy="1930400"/>
            </a:xfrm>
            <a:custGeom>
              <a:avLst/>
              <a:gdLst/>
              <a:ahLst/>
              <a:cxnLst/>
              <a:rect l="l" t="t" r="r" b="b"/>
              <a:pathLst>
                <a:path w="3439160" h="1930400">
                  <a:moveTo>
                    <a:pt x="3116957" y="1929890"/>
                  </a:moveTo>
                  <a:lnTo>
                    <a:pt x="321690" y="1929890"/>
                  </a:lnTo>
                  <a:lnTo>
                    <a:pt x="274536" y="1926373"/>
                  </a:lnTo>
                  <a:lnTo>
                    <a:pt x="229402" y="1916167"/>
                  </a:lnTo>
                  <a:lnTo>
                    <a:pt x="186708" y="1899786"/>
                  </a:lnTo>
                  <a:lnTo>
                    <a:pt x="147128" y="1877745"/>
                  </a:lnTo>
                  <a:lnTo>
                    <a:pt x="111166" y="1850558"/>
                  </a:lnTo>
                  <a:lnTo>
                    <a:pt x="79332" y="1818740"/>
                  </a:lnTo>
                  <a:lnTo>
                    <a:pt x="52137" y="1782805"/>
                  </a:lnTo>
                  <a:lnTo>
                    <a:pt x="30094" y="1743269"/>
                  </a:lnTo>
                  <a:lnTo>
                    <a:pt x="13716" y="1700647"/>
                  </a:lnTo>
                  <a:lnTo>
                    <a:pt x="3514" y="1655452"/>
                  </a:lnTo>
                  <a:lnTo>
                    <a:pt x="0" y="1608199"/>
                  </a:lnTo>
                  <a:lnTo>
                    <a:pt x="0" y="321690"/>
                  </a:lnTo>
                  <a:lnTo>
                    <a:pt x="3513" y="274409"/>
                  </a:lnTo>
                  <a:lnTo>
                    <a:pt x="13712" y="229196"/>
                  </a:lnTo>
                  <a:lnTo>
                    <a:pt x="30082" y="186565"/>
                  </a:lnTo>
                  <a:lnTo>
                    <a:pt x="52112" y="147028"/>
                  </a:lnTo>
                  <a:lnTo>
                    <a:pt x="79288" y="111098"/>
                  </a:lnTo>
                  <a:lnTo>
                    <a:pt x="111098" y="79288"/>
                  </a:lnTo>
                  <a:lnTo>
                    <a:pt x="147028" y="52112"/>
                  </a:lnTo>
                  <a:lnTo>
                    <a:pt x="186565" y="30082"/>
                  </a:lnTo>
                  <a:lnTo>
                    <a:pt x="229196" y="13712"/>
                  </a:lnTo>
                  <a:lnTo>
                    <a:pt x="274409" y="3513"/>
                  </a:lnTo>
                  <a:lnTo>
                    <a:pt x="321690" y="0"/>
                  </a:lnTo>
                  <a:lnTo>
                    <a:pt x="3116957" y="0"/>
                  </a:lnTo>
                  <a:lnTo>
                    <a:pt x="3164210" y="3513"/>
                  </a:lnTo>
                  <a:lnTo>
                    <a:pt x="3209405" y="13712"/>
                  </a:lnTo>
                  <a:lnTo>
                    <a:pt x="3252028" y="30082"/>
                  </a:lnTo>
                  <a:lnTo>
                    <a:pt x="3291564" y="52112"/>
                  </a:lnTo>
                  <a:lnTo>
                    <a:pt x="3327498" y="79288"/>
                  </a:lnTo>
                  <a:lnTo>
                    <a:pt x="3359316" y="111098"/>
                  </a:lnTo>
                  <a:lnTo>
                    <a:pt x="3386503" y="147028"/>
                  </a:lnTo>
                  <a:lnTo>
                    <a:pt x="3408545" y="186565"/>
                  </a:lnTo>
                  <a:lnTo>
                    <a:pt x="3424926" y="229196"/>
                  </a:lnTo>
                  <a:lnTo>
                    <a:pt x="3435132" y="274409"/>
                  </a:lnTo>
                  <a:lnTo>
                    <a:pt x="3438648" y="321690"/>
                  </a:lnTo>
                  <a:lnTo>
                    <a:pt x="3438648" y="1608199"/>
                  </a:lnTo>
                  <a:lnTo>
                    <a:pt x="3435135" y="1655452"/>
                  </a:lnTo>
                  <a:lnTo>
                    <a:pt x="3424936" y="1700647"/>
                  </a:lnTo>
                  <a:lnTo>
                    <a:pt x="3408565" y="1743269"/>
                  </a:lnTo>
                  <a:lnTo>
                    <a:pt x="3386535" y="1782805"/>
                  </a:lnTo>
                  <a:lnTo>
                    <a:pt x="3359359" y="1818740"/>
                  </a:lnTo>
                  <a:lnTo>
                    <a:pt x="3327550" y="1850558"/>
                  </a:lnTo>
                  <a:lnTo>
                    <a:pt x="3291620" y="1877745"/>
                  </a:lnTo>
                  <a:lnTo>
                    <a:pt x="3252083" y="1899786"/>
                  </a:lnTo>
                  <a:lnTo>
                    <a:pt x="3209451" y="1916167"/>
                  </a:lnTo>
                  <a:lnTo>
                    <a:pt x="3164239" y="1926373"/>
                  </a:lnTo>
                  <a:lnTo>
                    <a:pt x="3116957" y="1929890"/>
                  </a:lnTo>
                  <a:close/>
                </a:path>
              </a:pathLst>
            </a:custGeom>
            <a:solidFill>
              <a:srgbClr val="000000">
                <a:alpha val="348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4480493" y="3657660"/>
              <a:ext cx="3429000" cy="1920239"/>
            </a:xfrm>
            <a:custGeom>
              <a:avLst/>
              <a:gdLst/>
              <a:ahLst/>
              <a:cxnLst/>
              <a:rect l="l" t="t" r="r" b="b"/>
              <a:pathLst>
                <a:path w="3429000" h="1920239">
                  <a:moveTo>
                    <a:pt x="3108956" y="1920238"/>
                  </a:moveTo>
                  <a:lnTo>
                    <a:pt x="320166" y="1920238"/>
                  </a:lnTo>
                  <a:lnTo>
                    <a:pt x="273152" y="1916740"/>
                  </a:lnTo>
                  <a:lnTo>
                    <a:pt x="228187" y="1906587"/>
                  </a:lnTo>
                  <a:lnTo>
                    <a:pt x="185782" y="1890291"/>
                  </a:lnTo>
                  <a:lnTo>
                    <a:pt x="146449" y="1868365"/>
                  </a:lnTo>
                  <a:lnTo>
                    <a:pt x="110699" y="1841318"/>
                  </a:lnTo>
                  <a:lnTo>
                    <a:pt x="79046" y="1809665"/>
                  </a:lnTo>
                  <a:lnTo>
                    <a:pt x="52000" y="1773915"/>
                  </a:lnTo>
                  <a:lnTo>
                    <a:pt x="30073" y="1734582"/>
                  </a:lnTo>
                  <a:lnTo>
                    <a:pt x="13777" y="1692177"/>
                  </a:lnTo>
                  <a:lnTo>
                    <a:pt x="3624" y="1647212"/>
                  </a:lnTo>
                  <a:lnTo>
                    <a:pt x="126" y="1600198"/>
                  </a:lnTo>
                  <a:lnTo>
                    <a:pt x="0" y="320039"/>
                  </a:lnTo>
                  <a:lnTo>
                    <a:pt x="3497" y="273025"/>
                  </a:lnTo>
                  <a:lnTo>
                    <a:pt x="13650" y="228060"/>
                  </a:lnTo>
                  <a:lnTo>
                    <a:pt x="29946" y="185655"/>
                  </a:lnTo>
                  <a:lnTo>
                    <a:pt x="51873" y="146322"/>
                  </a:lnTo>
                  <a:lnTo>
                    <a:pt x="78919" y="110572"/>
                  </a:lnTo>
                  <a:lnTo>
                    <a:pt x="110572" y="78919"/>
                  </a:lnTo>
                  <a:lnTo>
                    <a:pt x="146322" y="51873"/>
                  </a:lnTo>
                  <a:lnTo>
                    <a:pt x="185655" y="29946"/>
                  </a:lnTo>
                  <a:lnTo>
                    <a:pt x="228060" y="13650"/>
                  </a:lnTo>
                  <a:lnTo>
                    <a:pt x="273025" y="3497"/>
                  </a:lnTo>
                  <a:lnTo>
                    <a:pt x="320039" y="0"/>
                  </a:lnTo>
                  <a:lnTo>
                    <a:pt x="3108956" y="0"/>
                  </a:lnTo>
                  <a:lnTo>
                    <a:pt x="3155970" y="3497"/>
                  </a:lnTo>
                  <a:lnTo>
                    <a:pt x="3200936" y="13650"/>
                  </a:lnTo>
                  <a:lnTo>
                    <a:pt x="3243341" y="29946"/>
                  </a:lnTo>
                  <a:lnTo>
                    <a:pt x="3282674" y="51873"/>
                  </a:lnTo>
                  <a:lnTo>
                    <a:pt x="3318423" y="78919"/>
                  </a:lnTo>
                  <a:lnTo>
                    <a:pt x="3350077" y="110572"/>
                  </a:lnTo>
                  <a:lnTo>
                    <a:pt x="3377123" y="146322"/>
                  </a:lnTo>
                  <a:lnTo>
                    <a:pt x="3399050" y="185655"/>
                  </a:lnTo>
                  <a:lnTo>
                    <a:pt x="3415345" y="228060"/>
                  </a:lnTo>
                  <a:lnTo>
                    <a:pt x="3425498" y="273025"/>
                  </a:lnTo>
                  <a:lnTo>
                    <a:pt x="3428996" y="320039"/>
                  </a:lnTo>
                  <a:lnTo>
                    <a:pt x="3428996" y="1600198"/>
                  </a:lnTo>
                  <a:lnTo>
                    <a:pt x="3425498" y="1647212"/>
                  </a:lnTo>
                  <a:lnTo>
                    <a:pt x="3415345" y="1692177"/>
                  </a:lnTo>
                  <a:lnTo>
                    <a:pt x="3399050" y="1734582"/>
                  </a:lnTo>
                  <a:lnTo>
                    <a:pt x="3377123" y="1773915"/>
                  </a:lnTo>
                  <a:lnTo>
                    <a:pt x="3350077" y="1809665"/>
                  </a:lnTo>
                  <a:lnTo>
                    <a:pt x="3318423" y="1841318"/>
                  </a:lnTo>
                  <a:lnTo>
                    <a:pt x="3282674" y="1868365"/>
                  </a:lnTo>
                  <a:lnTo>
                    <a:pt x="3243341" y="1890291"/>
                  </a:lnTo>
                  <a:lnTo>
                    <a:pt x="3200936" y="1906587"/>
                  </a:lnTo>
                  <a:lnTo>
                    <a:pt x="3155970" y="1916740"/>
                  </a:lnTo>
                  <a:lnTo>
                    <a:pt x="3108956" y="1920238"/>
                  </a:lnTo>
                  <a:close/>
                </a:path>
              </a:pathLst>
            </a:custGeom>
            <a:solidFill>
              <a:srgbClr val="F4F7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4475794" y="3652834"/>
              <a:ext cx="3439160" cy="1930400"/>
            </a:xfrm>
            <a:custGeom>
              <a:avLst/>
              <a:gdLst/>
              <a:ahLst/>
              <a:cxnLst/>
              <a:rect l="l" t="t" r="r" b="b"/>
              <a:pathLst>
                <a:path w="3439159" h="1930400">
                  <a:moveTo>
                    <a:pt x="324865" y="1929889"/>
                  </a:moveTo>
                  <a:lnTo>
                    <a:pt x="277492" y="1926339"/>
                  </a:lnTo>
                  <a:lnTo>
                    <a:pt x="277236" y="1926339"/>
                  </a:lnTo>
                  <a:lnTo>
                    <a:pt x="231654" y="1916034"/>
                  </a:lnTo>
                  <a:lnTo>
                    <a:pt x="188540" y="1899495"/>
                  </a:lnTo>
                  <a:lnTo>
                    <a:pt x="148575" y="1877239"/>
                  </a:lnTo>
                  <a:lnTo>
                    <a:pt x="112264" y="1849787"/>
                  </a:lnTo>
                  <a:lnTo>
                    <a:pt x="80123" y="1817657"/>
                  </a:lnTo>
                  <a:lnTo>
                    <a:pt x="52667" y="1781370"/>
                  </a:lnTo>
                  <a:lnTo>
                    <a:pt x="30412" y="1741443"/>
                  </a:lnTo>
                  <a:lnTo>
                    <a:pt x="13875" y="1698397"/>
                  </a:lnTo>
                  <a:lnTo>
                    <a:pt x="3569" y="1652751"/>
                  </a:lnTo>
                  <a:lnTo>
                    <a:pt x="9" y="1605024"/>
                  </a:lnTo>
                  <a:lnTo>
                    <a:pt x="0" y="324865"/>
                  </a:lnTo>
                  <a:lnTo>
                    <a:pt x="3441" y="278533"/>
                  </a:lnTo>
                  <a:lnTo>
                    <a:pt x="13844" y="231445"/>
                  </a:lnTo>
                  <a:lnTo>
                    <a:pt x="30374" y="188390"/>
                  </a:lnTo>
                  <a:lnTo>
                    <a:pt x="52618" y="148463"/>
                  </a:lnTo>
                  <a:lnTo>
                    <a:pt x="80059" y="112180"/>
                  </a:lnTo>
                  <a:lnTo>
                    <a:pt x="112180" y="80059"/>
                  </a:lnTo>
                  <a:lnTo>
                    <a:pt x="148463" y="52618"/>
                  </a:lnTo>
                  <a:lnTo>
                    <a:pt x="188390" y="30374"/>
                  </a:lnTo>
                  <a:lnTo>
                    <a:pt x="231445" y="13844"/>
                  </a:lnTo>
                  <a:lnTo>
                    <a:pt x="277109" y="3547"/>
                  </a:lnTo>
                  <a:lnTo>
                    <a:pt x="324865" y="0"/>
                  </a:lnTo>
                  <a:lnTo>
                    <a:pt x="324865" y="4698"/>
                  </a:lnTo>
                  <a:lnTo>
                    <a:pt x="3166614" y="4698"/>
                  </a:lnTo>
                  <a:lnTo>
                    <a:pt x="3188006" y="9524"/>
                  </a:lnTo>
                  <a:lnTo>
                    <a:pt x="324865" y="9524"/>
                  </a:lnTo>
                  <a:lnTo>
                    <a:pt x="278533" y="12970"/>
                  </a:lnTo>
                  <a:lnTo>
                    <a:pt x="234223" y="22971"/>
                  </a:lnTo>
                  <a:lnTo>
                    <a:pt x="192438" y="39025"/>
                  </a:lnTo>
                  <a:lnTo>
                    <a:pt x="153682" y="60626"/>
                  </a:lnTo>
                  <a:lnTo>
                    <a:pt x="118459" y="87272"/>
                  </a:lnTo>
                  <a:lnTo>
                    <a:pt x="87272" y="118459"/>
                  </a:lnTo>
                  <a:lnTo>
                    <a:pt x="60626" y="153682"/>
                  </a:lnTo>
                  <a:lnTo>
                    <a:pt x="39025" y="192438"/>
                  </a:lnTo>
                  <a:lnTo>
                    <a:pt x="22971" y="234223"/>
                  </a:lnTo>
                  <a:lnTo>
                    <a:pt x="12970" y="278533"/>
                  </a:lnTo>
                  <a:lnTo>
                    <a:pt x="9524" y="324865"/>
                  </a:lnTo>
                  <a:lnTo>
                    <a:pt x="9524" y="1605024"/>
                  </a:lnTo>
                  <a:lnTo>
                    <a:pt x="12970" y="1651356"/>
                  </a:lnTo>
                  <a:lnTo>
                    <a:pt x="22971" y="1695666"/>
                  </a:lnTo>
                  <a:lnTo>
                    <a:pt x="39025" y="1737451"/>
                  </a:lnTo>
                  <a:lnTo>
                    <a:pt x="60626" y="1776207"/>
                  </a:lnTo>
                  <a:lnTo>
                    <a:pt x="87272" y="1811430"/>
                  </a:lnTo>
                  <a:lnTo>
                    <a:pt x="118459" y="1842616"/>
                  </a:lnTo>
                  <a:lnTo>
                    <a:pt x="153682" y="1869262"/>
                  </a:lnTo>
                  <a:lnTo>
                    <a:pt x="192438" y="1890864"/>
                  </a:lnTo>
                  <a:lnTo>
                    <a:pt x="234223" y="1906917"/>
                  </a:lnTo>
                  <a:lnTo>
                    <a:pt x="278533" y="1916919"/>
                  </a:lnTo>
                  <a:lnTo>
                    <a:pt x="324865" y="1920364"/>
                  </a:lnTo>
                  <a:lnTo>
                    <a:pt x="3188015" y="1920364"/>
                  </a:lnTo>
                  <a:lnTo>
                    <a:pt x="3166629" y="1925190"/>
                  </a:lnTo>
                  <a:lnTo>
                    <a:pt x="324865" y="1925190"/>
                  </a:lnTo>
                  <a:lnTo>
                    <a:pt x="324865" y="1929889"/>
                  </a:lnTo>
                  <a:close/>
                </a:path>
                <a:path w="3439159" h="1930400">
                  <a:moveTo>
                    <a:pt x="3113782" y="4698"/>
                  </a:moveTo>
                  <a:lnTo>
                    <a:pt x="324865" y="4698"/>
                  </a:lnTo>
                  <a:lnTo>
                    <a:pt x="324865" y="0"/>
                  </a:lnTo>
                  <a:lnTo>
                    <a:pt x="3113782" y="0"/>
                  </a:lnTo>
                  <a:lnTo>
                    <a:pt x="3113782" y="4698"/>
                  </a:lnTo>
                  <a:close/>
                </a:path>
                <a:path w="3439159" h="1930400">
                  <a:moveTo>
                    <a:pt x="3166614" y="4698"/>
                  </a:moveTo>
                  <a:lnTo>
                    <a:pt x="3113782" y="4698"/>
                  </a:lnTo>
                  <a:lnTo>
                    <a:pt x="3113782" y="0"/>
                  </a:lnTo>
                  <a:lnTo>
                    <a:pt x="3161510" y="3547"/>
                  </a:lnTo>
                  <a:lnTo>
                    <a:pt x="3166614" y="4698"/>
                  </a:lnTo>
                  <a:close/>
                </a:path>
                <a:path w="3439159" h="1930400">
                  <a:moveTo>
                    <a:pt x="3188015" y="1920364"/>
                  </a:moveTo>
                  <a:lnTo>
                    <a:pt x="3113782" y="1920364"/>
                  </a:lnTo>
                  <a:lnTo>
                    <a:pt x="3160114" y="1916919"/>
                  </a:lnTo>
                  <a:lnTo>
                    <a:pt x="3204424" y="1906917"/>
                  </a:lnTo>
                  <a:lnTo>
                    <a:pt x="3246209" y="1890864"/>
                  </a:lnTo>
                  <a:lnTo>
                    <a:pt x="3284965" y="1869262"/>
                  </a:lnTo>
                  <a:lnTo>
                    <a:pt x="3320188" y="1842616"/>
                  </a:lnTo>
                  <a:lnTo>
                    <a:pt x="3351375" y="1811430"/>
                  </a:lnTo>
                  <a:lnTo>
                    <a:pt x="3378021" y="1776207"/>
                  </a:lnTo>
                  <a:lnTo>
                    <a:pt x="3399622" y="1737451"/>
                  </a:lnTo>
                  <a:lnTo>
                    <a:pt x="3415676" y="1695666"/>
                  </a:lnTo>
                  <a:lnTo>
                    <a:pt x="3425677" y="1651356"/>
                  </a:lnTo>
                  <a:lnTo>
                    <a:pt x="3429123" y="1605024"/>
                  </a:lnTo>
                  <a:lnTo>
                    <a:pt x="3429123" y="324865"/>
                  </a:lnTo>
                  <a:lnTo>
                    <a:pt x="3425677" y="278533"/>
                  </a:lnTo>
                  <a:lnTo>
                    <a:pt x="3415676" y="234223"/>
                  </a:lnTo>
                  <a:lnTo>
                    <a:pt x="3399622" y="192438"/>
                  </a:lnTo>
                  <a:lnTo>
                    <a:pt x="3378021" y="153682"/>
                  </a:lnTo>
                  <a:lnTo>
                    <a:pt x="3351375" y="118459"/>
                  </a:lnTo>
                  <a:lnTo>
                    <a:pt x="3320188" y="87272"/>
                  </a:lnTo>
                  <a:lnTo>
                    <a:pt x="3284965" y="60626"/>
                  </a:lnTo>
                  <a:lnTo>
                    <a:pt x="3246209" y="39025"/>
                  </a:lnTo>
                  <a:lnTo>
                    <a:pt x="3204424" y="22971"/>
                  </a:lnTo>
                  <a:lnTo>
                    <a:pt x="3160114" y="12970"/>
                  </a:lnTo>
                  <a:lnTo>
                    <a:pt x="3113782" y="9524"/>
                  </a:lnTo>
                  <a:lnTo>
                    <a:pt x="3188006" y="9524"/>
                  </a:lnTo>
                  <a:lnTo>
                    <a:pt x="3250202" y="30374"/>
                  </a:lnTo>
                  <a:lnTo>
                    <a:pt x="3290128" y="52618"/>
                  </a:lnTo>
                  <a:lnTo>
                    <a:pt x="3326416" y="80059"/>
                  </a:lnTo>
                  <a:lnTo>
                    <a:pt x="3358545" y="112180"/>
                  </a:lnTo>
                  <a:lnTo>
                    <a:pt x="3385998" y="148463"/>
                  </a:lnTo>
                  <a:lnTo>
                    <a:pt x="3408253" y="188390"/>
                  </a:lnTo>
                  <a:lnTo>
                    <a:pt x="3424793" y="231445"/>
                  </a:lnTo>
                  <a:lnTo>
                    <a:pt x="3435098" y="277109"/>
                  </a:lnTo>
                  <a:lnTo>
                    <a:pt x="3438648" y="324865"/>
                  </a:lnTo>
                  <a:lnTo>
                    <a:pt x="3438648" y="1605024"/>
                  </a:lnTo>
                  <a:lnTo>
                    <a:pt x="3435204" y="1651356"/>
                  </a:lnTo>
                  <a:lnTo>
                    <a:pt x="3424803" y="1698397"/>
                  </a:lnTo>
                  <a:lnTo>
                    <a:pt x="3408274" y="1741443"/>
                  </a:lnTo>
                  <a:lnTo>
                    <a:pt x="3386030" y="1781370"/>
                  </a:lnTo>
                  <a:lnTo>
                    <a:pt x="3358588" y="1817657"/>
                  </a:lnTo>
                  <a:lnTo>
                    <a:pt x="3326468" y="1849787"/>
                  </a:lnTo>
                  <a:lnTo>
                    <a:pt x="3290184" y="1877239"/>
                  </a:lnTo>
                  <a:lnTo>
                    <a:pt x="3250257" y="1899495"/>
                  </a:lnTo>
                  <a:lnTo>
                    <a:pt x="3207202" y="1916034"/>
                  </a:lnTo>
                  <a:lnTo>
                    <a:pt x="3188015" y="1920364"/>
                  </a:lnTo>
                  <a:close/>
                </a:path>
                <a:path w="3439159" h="1930400">
                  <a:moveTo>
                    <a:pt x="3113782" y="1929889"/>
                  </a:moveTo>
                  <a:lnTo>
                    <a:pt x="324865" y="1929889"/>
                  </a:lnTo>
                  <a:lnTo>
                    <a:pt x="324865" y="1925190"/>
                  </a:lnTo>
                  <a:lnTo>
                    <a:pt x="3113782" y="1925190"/>
                  </a:lnTo>
                  <a:lnTo>
                    <a:pt x="3113782" y="1929889"/>
                  </a:lnTo>
                  <a:close/>
                </a:path>
                <a:path w="3439159" h="1930400">
                  <a:moveTo>
                    <a:pt x="3113782" y="1929889"/>
                  </a:moveTo>
                  <a:lnTo>
                    <a:pt x="3113782" y="1925190"/>
                  </a:lnTo>
                  <a:lnTo>
                    <a:pt x="3166629" y="1925190"/>
                  </a:lnTo>
                  <a:lnTo>
                    <a:pt x="3161538" y="1926339"/>
                  </a:lnTo>
                  <a:lnTo>
                    <a:pt x="3113782" y="1929889"/>
                  </a:lnTo>
                  <a:close/>
                </a:path>
              </a:pathLst>
            </a:custGeom>
            <a:solidFill>
              <a:srgbClr val="DBE3E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4480620" y="5577771"/>
              <a:ext cx="73660" cy="23495"/>
            </a:xfrm>
            <a:custGeom>
              <a:avLst/>
              <a:gdLst/>
              <a:ahLst/>
              <a:cxnLst/>
              <a:rect l="l" t="t" r="r" b="b"/>
              <a:pathLst>
                <a:path w="73660" h="23495">
                  <a:moveTo>
                    <a:pt x="0" y="23113"/>
                  </a:moveTo>
                  <a:lnTo>
                    <a:pt x="73151" y="23113"/>
                  </a:lnTo>
                  <a:lnTo>
                    <a:pt x="73151" y="0"/>
                  </a:lnTo>
                  <a:lnTo>
                    <a:pt x="0" y="0"/>
                  </a:lnTo>
                  <a:lnTo>
                    <a:pt x="0" y="23113"/>
                  </a:lnTo>
                  <a:close/>
                </a:path>
              </a:pathLst>
            </a:custGeom>
            <a:solidFill>
              <a:srgbClr val="000000">
                <a:alpha val="348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4480620" y="3657533"/>
              <a:ext cx="73660" cy="1920239"/>
            </a:xfrm>
            <a:custGeom>
              <a:avLst/>
              <a:gdLst/>
              <a:ahLst/>
              <a:cxnLst/>
              <a:rect l="l" t="t" r="r" b="b"/>
              <a:pathLst>
                <a:path w="73660" h="1920239">
                  <a:moveTo>
                    <a:pt x="73151" y="1920238"/>
                  </a:moveTo>
                  <a:lnTo>
                    <a:pt x="0" y="1920238"/>
                  </a:lnTo>
                  <a:lnTo>
                    <a:pt x="0" y="0"/>
                  </a:lnTo>
                  <a:lnTo>
                    <a:pt x="73151" y="0"/>
                  </a:lnTo>
                  <a:lnTo>
                    <a:pt x="73151" y="1920238"/>
                  </a:lnTo>
                  <a:close/>
                </a:path>
              </a:pathLst>
            </a:custGeom>
            <a:solidFill>
              <a:srgbClr val="D0374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4" name="object 44"/>
          <p:cNvSpPr txBox="1"/>
          <p:nvPr/>
        </p:nvSpPr>
        <p:spPr>
          <a:xfrm>
            <a:off x="4769611" y="3951004"/>
            <a:ext cx="877569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10" b="1" i="1">
                <a:solidFill>
                  <a:srgbClr val="092649"/>
                </a:solidFill>
                <a:latin typeface="Arial"/>
                <a:cs typeface="Arial"/>
              </a:rPr>
              <a:t>Security</a:t>
            </a:r>
            <a:endParaRPr sz="1700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4769611" y="4201797"/>
            <a:ext cx="186880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89915" algn="l"/>
              </a:tabLst>
            </a:pPr>
            <a:r>
              <a:rPr dirty="0" sz="1600" spc="-25">
                <a:solidFill>
                  <a:srgbClr val="161D29"/>
                </a:solidFill>
                <a:latin typeface="Arial MT"/>
                <a:cs typeface="Arial MT"/>
              </a:rPr>
              <a:t>JWT</a:t>
            </a:r>
            <a:r>
              <a:rPr dirty="0" sz="1600">
                <a:solidFill>
                  <a:srgbClr val="161D29"/>
                </a:solidFill>
                <a:latin typeface="Arial MT"/>
                <a:cs typeface="Arial MT"/>
              </a:rPr>
              <a:t>	</a:t>
            </a:r>
            <a:r>
              <a:rPr dirty="0" sz="1600" spc="-10">
                <a:solidFill>
                  <a:srgbClr val="161D29"/>
                </a:solidFill>
                <a:latin typeface="Arial MT"/>
                <a:cs typeface="Arial MT"/>
              </a:rPr>
              <a:t>authentication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4769611" y="4439922"/>
            <a:ext cx="186880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223010" algn="l"/>
              </a:tabLst>
            </a:pPr>
            <a:r>
              <a:rPr dirty="0" sz="1600" spc="-10">
                <a:solidFill>
                  <a:srgbClr val="161D29"/>
                </a:solidFill>
                <a:latin typeface="Arial MT"/>
                <a:cs typeface="Arial MT"/>
              </a:rPr>
              <a:t>Role-</a:t>
            </a:r>
            <a:r>
              <a:rPr dirty="0" sz="1600" spc="-20">
                <a:solidFill>
                  <a:srgbClr val="161D29"/>
                </a:solidFill>
                <a:latin typeface="Arial MT"/>
                <a:cs typeface="Arial MT"/>
              </a:rPr>
              <a:t>aware</a:t>
            </a:r>
            <a:r>
              <a:rPr dirty="0" sz="1600">
                <a:solidFill>
                  <a:srgbClr val="161D29"/>
                </a:solidFill>
                <a:latin typeface="Arial MT"/>
                <a:cs typeface="Arial MT"/>
              </a:rPr>
              <a:t>	</a:t>
            </a:r>
            <a:r>
              <a:rPr dirty="0" sz="1600" spc="-10">
                <a:solidFill>
                  <a:srgbClr val="161D29"/>
                </a:solidFill>
                <a:latin typeface="Arial MT"/>
                <a:cs typeface="Arial MT"/>
              </a:rPr>
              <a:t>access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4769611" y="4678047"/>
            <a:ext cx="183261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>
                <a:solidFill>
                  <a:srgbClr val="161D29"/>
                </a:solidFill>
                <a:latin typeface="Arial MT"/>
                <a:cs typeface="Arial MT"/>
              </a:rPr>
              <a:t>Secret</a:t>
            </a:r>
            <a:r>
              <a:rPr dirty="0" sz="1600" spc="-35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600" spc="-10">
                <a:solidFill>
                  <a:srgbClr val="161D29"/>
                </a:solidFill>
                <a:latin typeface="Arial MT"/>
                <a:cs typeface="Arial MT"/>
              </a:rPr>
              <a:t>configuration</a:t>
            </a:r>
            <a:endParaRPr sz="1600">
              <a:latin typeface="Arial MT"/>
              <a:cs typeface="Arial MT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8270554" y="3652834"/>
            <a:ext cx="3439160" cy="1953260"/>
            <a:chOff x="8270554" y="3652834"/>
            <a:chExt cx="3439160" cy="1953260"/>
          </a:xfrm>
        </p:grpSpPr>
        <p:sp>
          <p:nvSpPr>
            <p:cNvPr id="36" name="object 36"/>
            <p:cNvSpPr/>
            <p:nvPr/>
          </p:nvSpPr>
          <p:spPr>
            <a:xfrm>
              <a:off x="8270554" y="3675821"/>
              <a:ext cx="3439160" cy="1930400"/>
            </a:xfrm>
            <a:custGeom>
              <a:avLst/>
              <a:gdLst/>
              <a:ahLst/>
              <a:cxnLst/>
              <a:rect l="l" t="t" r="r" b="b"/>
              <a:pathLst>
                <a:path w="3439160" h="1930400">
                  <a:moveTo>
                    <a:pt x="3116958" y="1929890"/>
                  </a:moveTo>
                  <a:lnTo>
                    <a:pt x="321691" y="1929890"/>
                  </a:lnTo>
                  <a:lnTo>
                    <a:pt x="274536" y="1926373"/>
                  </a:lnTo>
                  <a:lnTo>
                    <a:pt x="229402" y="1916167"/>
                  </a:lnTo>
                  <a:lnTo>
                    <a:pt x="186708" y="1899786"/>
                  </a:lnTo>
                  <a:lnTo>
                    <a:pt x="147129" y="1877745"/>
                  </a:lnTo>
                  <a:lnTo>
                    <a:pt x="111166" y="1850558"/>
                  </a:lnTo>
                  <a:lnTo>
                    <a:pt x="79332" y="1818740"/>
                  </a:lnTo>
                  <a:lnTo>
                    <a:pt x="52137" y="1782805"/>
                  </a:lnTo>
                  <a:lnTo>
                    <a:pt x="30094" y="1743269"/>
                  </a:lnTo>
                  <a:lnTo>
                    <a:pt x="13716" y="1700647"/>
                  </a:lnTo>
                  <a:lnTo>
                    <a:pt x="3514" y="1655452"/>
                  </a:lnTo>
                  <a:lnTo>
                    <a:pt x="0" y="1608199"/>
                  </a:lnTo>
                  <a:lnTo>
                    <a:pt x="0" y="321690"/>
                  </a:lnTo>
                  <a:lnTo>
                    <a:pt x="3513" y="274409"/>
                  </a:lnTo>
                  <a:lnTo>
                    <a:pt x="13712" y="229196"/>
                  </a:lnTo>
                  <a:lnTo>
                    <a:pt x="30082" y="186565"/>
                  </a:lnTo>
                  <a:lnTo>
                    <a:pt x="52112" y="147028"/>
                  </a:lnTo>
                  <a:lnTo>
                    <a:pt x="79289" y="111098"/>
                  </a:lnTo>
                  <a:lnTo>
                    <a:pt x="111098" y="79288"/>
                  </a:lnTo>
                  <a:lnTo>
                    <a:pt x="147028" y="52112"/>
                  </a:lnTo>
                  <a:lnTo>
                    <a:pt x="186565" y="30082"/>
                  </a:lnTo>
                  <a:lnTo>
                    <a:pt x="229196" y="13712"/>
                  </a:lnTo>
                  <a:lnTo>
                    <a:pt x="274409" y="3513"/>
                  </a:lnTo>
                  <a:lnTo>
                    <a:pt x="321691" y="0"/>
                  </a:lnTo>
                  <a:lnTo>
                    <a:pt x="3116958" y="0"/>
                  </a:lnTo>
                  <a:lnTo>
                    <a:pt x="3164211" y="3513"/>
                  </a:lnTo>
                  <a:lnTo>
                    <a:pt x="3209406" y="13712"/>
                  </a:lnTo>
                  <a:lnTo>
                    <a:pt x="3252029" y="30082"/>
                  </a:lnTo>
                  <a:lnTo>
                    <a:pt x="3291564" y="52112"/>
                  </a:lnTo>
                  <a:lnTo>
                    <a:pt x="3327499" y="79288"/>
                  </a:lnTo>
                  <a:lnTo>
                    <a:pt x="3359317" y="111098"/>
                  </a:lnTo>
                  <a:lnTo>
                    <a:pt x="3386504" y="147028"/>
                  </a:lnTo>
                  <a:lnTo>
                    <a:pt x="3408545" y="186565"/>
                  </a:lnTo>
                  <a:lnTo>
                    <a:pt x="3424926" y="229196"/>
                  </a:lnTo>
                  <a:lnTo>
                    <a:pt x="3435132" y="274409"/>
                  </a:lnTo>
                  <a:lnTo>
                    <a:pt x="3438649" y="321690"/>
                  </a:lnTo>
                  <a:lnTo>
                    <a:pt x="3438649" y="1608199"/>
                  </a:lnTo>
                  <a:lnTo>
                    <a:pt x="3435135" y="1655452"/>
                  </a:lnTo>
                  <a:lnTo>
                    <a:pt x="3424937" y="1700647"/>
                  </a:lnTo>
                  <a:lnTo>
                    <a:pt x="3408566" y="1743269"/>
                  </a:lnTo>
                  <a:lnTo>
                    <a:pt x="3386536" y="1782805"/>
                  </a:lnTo>
                  <a:lnTo>
                    <a:pt x="3359360" y="1818740"/>
                  </a:lnTo>
                  <a:lnTo>
                    <a:pt x="3327550" y="1850558"/>
                  </a:lnTo>
                  <a:lnTo>
                    <a:pt x="3291620" y="1877745"/>
                  </a:lnTo>
                  <a:lnTo>
                    <a:pt x="3252083" y="1899786"/>
                  </a:lnTo>
                  <a:lnTo>
                    <a:pt x="3209452" y="1916167"/>
                  </a:lnTo>
                  <a:lnTo>
                    <a:pt x="3164239" y="1926373"/>
                  </a:lnTo>
                  <a:lnTo>
                    <a:pt x="3116958" y="1929890"/>
                  </a:lnTo>
                  <a:close/>
                </a:path>
              </a:pathLst>
            </a:custGeom>
            <a:solidFill>
              <a:srgbClr val="000000">
                <a:alpha val="348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8275380" y="3657660"/>
              <a:ext cx="3429000" cy="1920239"/>
            </a:xfrm>
            <a:custGeom>
              <a:avLst/>
              <a:gdLst/>
              <a:ahLst/>
              <a:cxnLst/>
              <a:rect l="l" t="t" r="r" b="b"/>
              <a:pathLst>
                <a:path w="3429000" h="1920239">
                  <a:moveTo>
                    <a:pt x="3108956" y="1920238"/>
                  </a:moveTo>
                  <a:lnTo>
                    <a:pt x="320039" y="1920238"/>
                  </a:lnTo>
                  <a:lnTo>
                    <a:pt x="273025" y="1916740"/>
                  </a:lnTo>
                  <a:lnTo>
                    <a:pt x="228060" y="1906587"/>
                  </a:lnTo>
                  <a:lnTo>
                    <a:pt x="185654" y="1890291"/>
                  </a:lnTo>
                  <a:lnTo>
                    <a:pt x="146321" y="1868365"/>
                  </a:lnTo>
                  <a:lnTo>
                    <a:pt x="110572" y="1841318"/>
                  </a:lnTo>
                  <a:lnTo>
                    <a:pt x="78919" y="1809665"/>
                  </a:lnTo>
                  <a:lnTo>
                    <a:pt x="51873" y="1773915"/>
                  </a:lnTo>
                  <a:lnTo>
                    <a:pt x="29946" y="1734582"/>
                  </a:lnTo>
                  <a:lnTo>
                    <a:pt x="13650" y="1692177"/>
                  </a:lnTo>
                  <a:lnTo>
                    <a:pt x="3497" y="1647212"/>
                  </a:lnTo>
                  <a:lnTo>
                    <a:pt x="0" y="1600198"/>
                  </a:lnTo>
                  <a:lnTo>
                    <a:pt x="0" y="320039"/>
                  </a:lnTo>
                  <a:lnTo>
                    <a:pt x="3497" y="273025"/>
                  </a:lnTo>
                  <a:lnTo>
                    <a:pt x="13650" y="228060"/>
                  </a:lnTo>
                  <a:lnTo>
                    <a:pt x="29946" y="185655"/>
                  </a:lnTo>
                  <a:lnTo>
                    <a:pt x="51873" y="146322"/>
                  </a:lnTo>
                  <a:lnTo>
                    <a:pt x="78919" y="110572"/>
                  </a:lnTo>
                  <a:lnTo>
                    <a:pt x="110572" y="78919"/>
                  </a:lnTo>
                  <a:lnTo>
                    <a:pt x="146321" y="51873"/>
                  </a:lnTo>
                  <a:lnTo>
                    <a:pt x="185654" y="29946"/>
                  </a:lnTo>
                  <a:lnTo>
                    <a:pt x="228060" y="13650"/>
                  </a:lnTo>
                  <a:lnTo>
                    <a:pt x="273025" y="3497"/>
                  </a:lnTo>
                  <a:lnTo>
                    <a:pt x="320039" y="0"/>
                  </a:lnTo>
                  <a:lnTo>
                    <a:pt x="3108956" y="0"/>
                  </a:lnTo>
                  <a:lnTo>
                    <a:pt x="3155970" y="3497"/>
                  </a:lnTo>
                  <a:lnTo>
                    <a:pt x="3200936" y="13650"/>
                  </a:lnTo>
                  <a:lnTo>
                    <a:pt x="3243341" y="29946"/>
                  </a:lnTo>
                  <a:lnTo>
                    <a:pt x="3282674" y="51873"/>
                  </a:lnTo>
                  <a:lnTo>
                    <a:pt x="3318423" y="78919"/>
                  </a:lnTo>
                  <a:lnTo>
                    <a:pt x="3350077" y="110572"/>
                  </a:lnTo>
                  <a:lnTo>
                    <a:pt x="3377123" y="146322"/>
                  </a:lnTo>
                  <a:lnTo>
                    <a:pt x="3399049" y="185655"/>
                  </a:lnTo>
                  <a:lnTo>
                    <a:pt x="3415345" y="228060"/>
                  </a:lnTo>
                  <a:lnTo>
                    <a:pt x="3425498" y="273025"/>
                  </a:lnTo>
                  <a:lnTo>
                    <a:pt x="3428996" y="320039"/>
                  </a:lnTo>
                  <a:lnTo>
                    <a:pt x="3428996" y="1600198"/>
                  </a:lnTo>
                  <a:lnTo>
                    <a:pt x="3425498" y="1647212"/>
                  </a:lnTo>
                  <a:lnTo>
                    <a:pt x="3415345" y="1692177"/>
                  </a:lnTo>
                  <a:lnTo>
                    <a:pt x="3399049" y="1734582"/>
                  </a:lnTo>
                  <a:lnTo>
                    <a:pt x="3377123" y="1773915"/>
                  </a:lnTo>
                  <a:lnTo>
                    <a:pt x="3350077" y="1809665"/>
                  </a:lnTo>
                  <a:lnTo>
                    <a:pt x="3318423" y="1841318"/>
                  </a:lnTo>
                  <a:lnTo>
                    <a:pt x="3282674" y="1868365"/>
                  </a:lnTo>
                  <a:lnTo>
                    <a:pt x="3243341" y="1890291"/>
                  </a:lnTo>
                  <a:lnTo>
                    <a:pt x="3200936" y="1906587"/>
                  </a:lnTo>
                  <a:lnTo>
                    <a:pt x="3155970" y="1916740"/>
                  </a:lnTo>
                  <a:lnTo>
                    <a:pt x="3108956" y="1920238"/>
                  </a:lnTo>
                  <a:close/>
                </a:path>
              </a:pathLst>
            </a:custGeom>
            <a:solidFill>
              <a:srgbClr val="F4F7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8270554" y="3652834"/>
              <a:ext cx="3439160" cy="1930400"/>
            </a:xfrm>
            <a:custGeom>
              <a:avLst/>
              <a:gdLst/>
              <a:ahLst/>
              <a:cxnLst/>
              <a:rect l="l" t="t" r="r" b="b"/>
              <a:pathLst>
                <a:path w="3439159" h="1930400">
                  <a:moveTo>
                    <a:pt x="324865" y="1929889"/>
                  </a:moveTo>
                  <a:lnTo>
                    <a:pt x="277493" y="1926339"/>
                  </a:lnTo>
                  <a:lnTo>
                    <a:pt x="277236" y="1926339"/>
                  </a:lnTo>
                  <a:lnTo>
                    <a:pt x="231654" y="1916034"/>
                  </a:lnTo>
                  <a:lnTo>
                    <a:pt x="188540" y="1899495"/>
                  </a:lnTo>
                  <a:lnTo>
                    <a:pt x="148575" y="1877239"/>
                  </a:lnTo>
                  <a:lnTo>
                    <a:pt x="112264" y="1849787"/>
                  </a:lnTo>
                  <a:lnTo>
                    <a:pt x="80122" y="1817657"/>
                  </a:lnTo>
                  <a:lnTo>
                    <a:pt x="52667" y="1781370"/>
                  </a:lnTo>
                  <a:lnTo>
                    <a:pt x="30412" y="1741443"/>
                  </a:lnTo>
                  <a:lnTo>
                    <a:pt x="13875" y="1698397"/>
                  </a:lnTo>
                  <a:lnTo>
                    <a:pt x="3569" y="1652751"/>
                  </a:lnTo>
                  <a:lnTo>
                    <a:pt x="9" y="1605024"/>
                  </a:lnTo>
                  <a:lnTo>
                    <a:pt x="0" y="324865"/>
                  </a:lnTo>
                  <a:lnTo>
                    <a:pt x="3441" y="278533"/>
                  </a:lnTo>
                  <a:lnTo>
                    <a:pt x="13844" y="231445"/>
                  </a:lnTo>
                  <a:lnTo>
                    <a:pt x="30374" y="188390"/>
                  </a:lnTo>
                  <a:lnTo>
                    <a:pt x="52618" y="148463"/>
                  </a:lnTo>
                  <a:lnTo>
                    <a:pt x="80059" y="112180"/>
                  </a:lnTo>
                  <a:lnTo>
                    <a:pt x="112180" y="80059"/>
                  </a:lnTo>
                  <a:lnTo>
                    <a:pt x="148463" y="52618"/>
                  </a:lnTo>
                  <a:lnTo>
                    <a:pt x="188390" y="30374"/>
                  </a:lnTo>
                  <a:lnTo>
                    <a:pt x="231445" y="13844"/>
                  </a:lnTo>
                  <a:lnTo>
                    <a:pt x="277109" y="3547"/>
                  </a:lnTo>
                  <a:lnTo>
                    <a:pt x="324865" y="0"/>
                  </a:lnTo>
                  <a:lnTo>
                    <a:pt x="324865" y="4698"/>
                  </a:lnTo>
                  <a:lnTo>
                    <a:pt x="3166615" y="4698"/>
                  </a:lnTo>
                  <a:lnTo>
                    <a:pt x="3188007" y="9524"/>
                  </a:lnTo>
                  <a:lnTo>
                    <a:pt x="324865" y="9524"/>
                  </a:lnTo>
                  <a:lnTo>
                    <a:pt x="278533" y="12970"/>
                  </a:lnTo>
                  <a:lnTo>
                    <a:pt x="234223" y="22971"/>
                  </a:lnTo>
                  <a:lnTo>
                    <a:pt x="192438" y="39025"/>
                  </a:lnTo>
                  <a:lnTo>
                    <a:pt x="153682" y="60626"/>
                  </a:lnTo>
                  <a:lnTo>
                    <a:pt x="118459" y="87272"/>
                  </a:lnTo>
                  <a:lnTo>
                    <a:pt x="87272" y="118459"/>
                  </a:lnTo>
                  <a:lnTo>
                    <a:pt x="60627" y="153682"/>
                  </a:lnTo>
                  <a:lnTo>
                    <a:pt x="39025" y="192438"/>
                  </a:lnTo>
                  <a:lnTo>
                    <a:pt x="22972" y="234223"/>
                  </a:lnTo>
                  <a:lnTo>
                    <a:pt x="12970" y="278533"/>
                  </a:lnTo>
                  <a:lnTo>
                    <a:pt x="9524" y="324865"/>
                  </a:lnTo>
                  <a:lnTo>
                    <a:pt x="9524" y="1605024"/>
                  </a:lnTo>
                  <a:lnTo>
                    <a:pt x="12970" y="1651356"/>
                  </a:lnTo>
                  <a:lnTo>
                    <a:pt x="22972" y="1695666"/>
                  </a:lnTo>
                  <a:lnTo>
                    <a:pt x="39025" y="1737451"/>
                  </a:lnTo>
                  <a:lnTo>
                    <a:pt x="60627" y="1776207"/>
                  </a:lnTo>
                  <a:lnTo>
                    <a:pt x="87272" y="1811430"/>
                  </a:lnTo>
                  <a:lnTo>
                    <a:pt x="118459" y="1842616"/>
                  </a:lnTo>
                  <a:lnTo>
                    <a:pt x="153682" y="1869262"/>
                  </a:lnTo>
                  <a:lnTo>
                    <a:pt x="192438" y="1890864"/>
                  </a:lnTo>
                  <a:lnTo>
                    <a:pt x="234223" y="1906917"/>
                  </a:lnTo>
                  <a:lnTo>
                    <a:pt x="278533" y="1916919"/>
                  </a:lnTo>
                  <a:lnTo>
                    <a:pt x="324865" y="1920364"/>
                  </a:lnTo>
                  <a:lnTo>
                    <a:pt x="3188015" y="1920364"/>
                  </a:lnTo>
                  <a:lnTo>
                    <a:pt x="3166630" y="1925190"/>
                  </a:lnTo>
                  <a:lnTo>
                    <a:pt x="324865" y="1925190"/>
                  </a:lnTo>
                  <a:lnTo>
                    <a:pt x="324865" y="1929889"/>
                  </a:lnTo>
                  <a:close/>
                </a:path>
                <a:path w="3439159" h="1930400">
                  <a:moveTo>
                    <a:pt x="3113783" y="4698"/>
                  </a:moveTo>
                  <a:lnTo>
                    <a:pt x="324865" y="4698"/>
                  </a:lnTo>
                  <a:lnTo>
                    <a:pt x="324865" y="0"/>
                  </a:lnTo>
                  <a:lnTo>
                    <a:pt x="3113783" y="0"/>
                  </a:lnTo>
                  <a:lnTo>
                    <a:pt x="3113783" y="4698"/>
                  </a:lnTo>
                  <a:close/>
                </a:path>
                <a:path w="3439159" h="1930400">
                  <a:moveTo>
                    <a:pt x="3166615" y="4698"/>
                  </a:moveTo>
                  <a:lnTo>
                    <a:pt x="3113783" y="4698"/>
                  </a:lnTo>
                  <a:lnTo>
                    <a:pt x="3113783" y="0"/>
                  </a:lnTo>
                  <a:lnTo>
                    <a:pt x="3161510" y="3547"/>
                  </a:lnTo>
                  <a:lnTo>
                    <a:pt x="3166615" y="4698"/>
                  </a:lnTo>
                  <a:close/>
                </a:path>
                <a:path w="3439159" h="1930400">
                  <a:moveTo>
                    <a:pt x="3188015" y="1920364"/>
                  </a:moveTo>
                  <a:lnTo>
                    <a:pt x="3113783" y="1920364"/>
                  </a:lnTo>
                  <a:lnTo>
                    <a:pt x="3160115" y="1916919"/>
                  </a:lnTo>
                  <a:lnTo>
                    <a:pt x="3204425" y="1906917"/>
                  </a:lnTo>
                  <a:lnTo>
                    <a:pt x="3246210" y="1890864"/>
                  </a:lnTo>
                  <a:lnTo>
                    <a:pt x="3284966" y="1869262"/>
                  </a:lnTo>
                  <a:lnTo>
                    <a:pt x="3320189" y="1842616"/>
                  </a:lnTo>
                  <a:lnTo>
                    <a:pt x="3351376" y="1811430"/>
                  </a:lnTo>
                  <a:lnTo>
                    <a:pt x="3378021" y="1776207"/>
                  </a:lnTo>
                  <a:lnTo>
                    <a:pt x="3399623" y="1737451"/>
                  </a:lnTo>
                  <a:lnTo>
                    <a:pt x="3415676" y="1695666"/>
                  </a:lnTo>
                  <a:lnTo>
                    <a:pt x="3425678" y="1651356"/>
                  </a:lnTo>
                  <a:lnTo>
                    <a:pt x="3429124" y="1605024"/>
                  </a:lnTo>
                  <a:lnTo>
                    <a:pt x="3429124" y="324865"/>
                  </a:lnTo>
                  <a:lnTo>
                    <a:pt x="3425678" y="278533"/>
                  </a:lnTo>
                  <a:lnTo>
                    <a:pt x="3415676" y="234223"/>
                  </a:lnTo>
                  <a:lnTo>
                    <a:pt x="3399623" y="192438"/>
                  </a:lnTo>
                  <a:lnTo>
                    <a:pt x="3378021" y="153682"/>
                  </a:lnTo>
                  <a:lnTo>
                    <a:pt x="3351376" y="118459"/>
                  </a:lnTo>
                  <a:lnTo>
                    <a:pt x="3320189" y="87272"/>
                  </a:lnTo>
                  <a:lnTo>
                    <a:pt x="3284966" y="60626"/>
                  </a:lnTo>
                  <a:lnTo>
                    <a:pt x="3246210" y="39025"/>
                  </a:lnTo>
                  <a:lnTo>
                    <a:pt x="3204425" y="22971"/>
                  </a:lnTo>
                  <a:lnTo>
                    <a:pt x="3160115" y="12970"/>
                  </a:lnTo>
                  <a:lnTo>
                    <a:pt x="3113783" y="9524"/>
                  </a:lnTo>
                  <a:lnTo>
                    <a:pt x="3188007" y="9524"/>
                  </a:lnTo>
                  <a:lnTo>
                    <a:pt x="3250203" y="30374"/>
                  </a:lnTo>
                  <a:lnTo>
                    <a:pt x="3290129" y="52618"/>
                  </a:lnTo>
                  <a:lnTo>
                    <a:pt x="3326417" y="80059"/>
                  </a:lnTo>
                  <a:lnTo>
                    <a:pt x="3358546" y="112180"/>
                  </a:lnTo>
                  <a:lnTo>
                    <a:pt x="3385998" y="148463"/>
                  </a:lnTo>
                  <a:lnTo>
                    <a:pt x="3408254" y="188390"/>
                  </a:lnTo>
                  <a:lnTo>
                    <a:pt x="3424794" y="231445"/>
                  </a:lnTo>
                  <a:lnTo>
                    <a:pt x="3435098" y="277109"/>
                  </a:lnTo>
                  <a:lnTo>
                    <a:pt x="3438649" y="324865"/>
                  </a:lnTo>
                  <a:lnTo>
                    <a:pt x="3438649" y="1605024"/>
                  </a:lnTo>
                  <a:lnTo>
                    <a:pt x="3435205" y="1651356"/>
                  </a:lnTo>
                  <a:lnTo>
                    <a:pt x="3424804" y="1698397"/>
                  </a:lnTo>
                  <a:lnTo>
                    <a:pt x="3408275" y="1741443"/>
                  </a:lnTo>
                  <a:lnTo>
                    <a:pt x="3386030" y="1781370"/>
                  </a:lnTo>
                  <a:lnTo>
                    <a:pt x="3358589" y="1817657"/>
                  </a:lnTo>
                  <a:lnTo>
                    <a:pt x="3326468" y="1849787"/>
                  </a:lnTo>
                  <a:lnTo>
                    <a:pt x="3290185" y="1877239"/>
                  </a:lnTo>
                  <a:lnTo>
                    <a:pt x="3250258" y="1899495"/>
                  </a:lnTo>
                  <a:lnTo>
                    <a:pt x="3207203" y="1916034"/>
                  </a:lnTo>
                  <a:lnTo>
                    <a:pt x="3188015" y="1920364"/>
                  </a:lnTo>
                  <a:close/>
                </a:path>
                <a:path w="3439159" h="1930400">
                  <a:moveTo>
                    <a:pt x="3113783" y="1929889"/>
                  </a:moveTo>
                  <a:lnTo>
                    <a:pt x="324865" y="1929889"/>
                  </a:lnTo>
                  <a:lnTo>
                    <a:pt x="324865" y="1925190"/>
                  </a:lnTo>
                  <a:lnTo>
                    <a:pt x="3113783" y="1925190"/>
                  </a:lnTo>
                  <a:lnTo>
                    <a:pt x="3113783" y="1929889"/>
                  </a:lnTo>
                  <a:close/>
                </a:path>
                <a:path w="3439159" h="1930400">
                  <a:moveTo>
                    <a:pt x="3113783" y="1929889"/>
                  </a:moveTo>
                  <a:lnTo>
                    <a:pt x="3113783" y="1925190"/>
                  </a:lnTo>
                  <a:lnTo>
                    <a:pt x="3166630" y="1925190"/>
                  </a:lnTo>
                  <a:lnTo>
                    <a:pt x="3161539" y="1926339"/>
                  </a:lnTo>
                  <a:lnTo>
                    <a:pt x="3113783" y="1929889"/>
                  </a:lnTo>
                  <a:close/>
                </a:path>
              </a:pathLst>
            </a:custGeom>
            <a:solidFill>
              <a:srgbClr val="DBE3E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8275380" y="5577771"/>
              <a:ext cx="73660" cy="23495"/>
            </a:xfrm>
            <a:custGeom>
              <a:avLst/>
              <a:gdLst/>
              <a:ahLst/>
              <a:cxnLst/>
              <a:rect l="l" t="t" r="r" b="b"/>
              <a:pathLst>
                <a:path w="73659" h="23495">
                  <a:moveTo>
                    <a:pt x="0" y="23113"/>
                  </a:moveTo>
                  <a:lnTo>
                    <a:pt x="73151" y="23113"/>
                  </a:lnTo>
                  <a:lnTo>
                    <a:pt x="73151" y="0"/>
                  </a:lnTo>
                  <a:lnTo>
                    <a:pt x="0" y="0"/>
                  </a:lnTo>
                  <a:lnTo>
                    <a:pt x="0" y="23113"/>
                  </a:lnTo>
                  <a:close/>
                </a:path>
              </a:pathLst>
            </a:custGeom>
            <a:solidFill>
              <a:srgbClr val="000000">
                <a:alpha val="348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8275380" y="3657533"/>
              <a:ext cx="73660" cy="1920239"/>
            </a:xfrm>
            <a:custGeom>
              <a:avLst/>
              <a:gdLst/>
              <a:ahLst/>
              <a:cxnLst/>
              <a:rect l="l" t="t" r="r" b="b"/>
              <a:pathLst>
                <a:path w="73659" h="1920239">
                  <a:moveTo>
                    <a:pt x="73151" y="1920238"/>
                  </a:moveTo>
                  <a:lnTo>
                    <a:pt x="0" y="1920238"/>
                  </a:lnTo>
                  <a:lnTo>
                    <a:pt x="0" y="0"/>
                  </a:lnTo>
                  <a:lnTo>
                    <a:pt x="73151" y="0"/>
                  </a:lnTo>
                  <a:lnTo>
                    <a:pt x="73151" y="1920238"/>
                  </a:lnTo>
                  <a:close/>
                </a:path>
              </a:pathLst>
            </a:custGeom>
            <a:solidFill>
              <a:srgbClr val="EF8B2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0" name="object 50"/>
          <p:cNvSpPr txBox="1"/>
          <p:nvPr/>
        </p:nvSpPr>
        <p:spPr>
          <a:xfrm>
            <a:off x="8564371" y="3951004"/>
            <a:ext cx="2386330" cy="996315"/>
          </a:xfrm>
          <a:prstGeom prst="rect">
            <a:avLst/>
          </a:prstGeom>
        </p:spPr>
        <p:txBody>
          <a:bodyPr wrap="square" lIns="0" tIns="37465" rIns="0" bIns="0" rtlCol="0" vert="horz">
            <a:spAutoFit/>
          </a:bodyPr>
          <a:lstStyle/>
          <a:p>
            <a:pPr marL="12700" marR="1115695">
              <a:lnSpc>
                <a:spcPts val="1880"/>
              </a:lnSpc>
              <a:spcBef>
                <a:spcPts val="295"/>
              </a:spcBef>
            </a:pPr>
            <a:r>
              <a:rPr dirty="0" sz="1700" spc="-10" b="1" i="1">
                <a:solidFill>
                  <a:srgbClr val="092649"/>
                </a:solidFill>
                <a:latin typeface="Arial"/>
                <a:cs typeface="Arial"/>
              </a:rPr>
              <a:t>Engineering </a:t>
            </a:r>
            <a:r>
              <a:rPr dirty="0" sz="1600">
                <a:solidFill>
                  <a:srgbClr val="161D29"/>
                </a:solidFill>
                <a:latin typeface="Arial MT"/>
                <a:cs typeface="Arial MT"/>
              </a:rPr>
              <a:t>Git</a:t>
            </a:r>
            <a:r>
              <a:rPr dirty="0" sz="1600" spc="-15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600">
                <a:solidFill>
                  <a:srgbClr val="161D29"/>
                </a:solidFill>
                <a:latin typeface="Arial MT"/>
                <a:cs typeface="Arial MT"/>
              </a:rPr>
              <a:t>&amp;</a:t>
            </a:r>
            <a:r>
              <a:rPr dirty="0" sz="1600" spc="-10">
                <a:solidFill>
                  <a:srgbClr val="161D29"/>
                </a:solidFill>
                <a:latin typeface="Arial MT"/>
                <a:cs typeface="Arial MT"/>
              </a:rPr>
              <a:t> GitHub Pytest</a:t>
            </a:r>
            <a:endParaRPr sz="1600">
              <a:latin typeface="Arial MT"/>
              <a:cs typeface="Arial MT"/>
            </a:endParaRPr>
          </a:p>
          <a:p>
            <a:pPr marL="12700">
              <a:lnSpc>
                <a:spcPts val="1810"/>
              </a:lnSpc>
            </a:pPr>
            <a:r>
              <a:rPr dirty="0" sz="1600" spc="-10">
                <a:solidFill>
                  <a:srgbClr val="161D29"/>
                </a:solidFill>
                <a:latin typeface="Arial MT"/>
                <a:cs typeface="Arial MT"/>
              </a:rPr>
              <a:t>Environment-</a:t>
            </a:r>
            <a:r>
              <a:rPr dirty="0" sz="1600">
                <a:solidFill>
                  <a:srgbClr val="161D29"/>
                </a:solidFill>
                <a:latin typeface="Arial MT"/>
                <a:cs typeface="Arial MT"/>
              </a:rPr>
              <a:t>based</a:t>
            </a:r>
            <a:r>
              <a:rPr dirty="0" sz="1600" spc="30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600" spc="-10">
                <a:solidFill>
                  <a:srgbClr val="161D29"/>
                </a:solidFill>
                <a:latin typeface="Arial MT"/>
                <a:cs typeface="Arial MT"/>
              </a:rPr>
              <a:t>config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52" name="object 5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9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/>
              <a:t>ParkShare •</a:t>
            </a:r>
            <a:r>
              <a:rPr dirty="0" spc="495"/>
              <a:t> </a:t>
            </a:r>
            <a:r>
              <a:rPr dirty="0"/>
              <a:t>IBM University </a:t>
            </a:r>
            <a:r>
              <a:rPr dirty="0" spc="-10"/>
              <a:t>Engagement</a:t>
            </a:r>
          </a:p>
        </p:txBody>
      </p:sp>
      <p:sp>
        <p:nvSpPr>
          <p:cNvPr id="51" name="object 51"/>
          <p:cNvSpPr txBox="1"/>
          <p:nvPr/>
        </p:nvSpPr>
        <p:spPr>
          <a:xfrm>
            <a:off x="11290520" y="6575129"/>
            <a:ext cx="153035" cy="153670"/>
          </a:xfrm>
          <a:prstGeom prst="rect">
            <a:avLst/>
          </a:prstGeom>
        </p:spPr>
        <p:txBody>
          <a:bodyPr wrap="square" lIns="0" tIns="19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900" spc="-25" b="1" i="1">
                <a:solidFill>
                  <a:srgbClr val="667386"/>
                </a:solidFill>
                <a:latin typeface="Arial"/>
                <a:cs typeface="Arial"/>
              </a:rPr>
              <a:t>05</a:t>
            </a:r>
            <a:endParaRPr sz="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7547" y="477417"/>
            <a:ext cx="8362949" cy="553402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673099" y="652145"/>
            <a:ext cx="2954655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i="0">
                <a:solidFill>
                  <a:srgbClr val="000000"/>
                </a:solidFill>
                <a:latin typeface="Arial"/>
                <a:cs typeface="Arial"/>
              </a:rPr>
              <a:t>Langflow workflow </a:t>
            </a:r>
            <a:r>
              <a:rPr dirty="0" sz="2400" spc="-50" i="0">
                <a:solidFill>
                  <a:srgbClr val="000000"/>
                </a:solidFill>
                <a:latin typeface="Arial"/>
                <a:cs typeface="Arial"/>
              </a:rPr>
              <a:t>-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81963" y="1190046"/>
            <a:ext cx="6772274" cy="447674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673099" y="623570"/>
            <a:ext cx="300482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i="0">
                <a:solidFill>
                  <a:srgbClr val="000000"/>
                </a:solidFill>
                <a:latin typeface="Calibri"/>
                <a:cs typeface="Calibri"/>
              </a:rPr>
              <a:t>Architecture</a:t>
            </a:r>
            <a:r>
              <a:rPr dirty="0" sz="2400" spc="-50" i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2400" i="0">
                <a:solidFill>
                  <a:srgbClr val="000000"/>
                </a:solidFill>
                <a:latin typeface="Calibri"/>
                <a:cs typeface="Calibri"/>
              </a:rPr>
              <a:t>blueprint</a:t>
            </a:r>
            <a:r>
              <a:rPr dirty="0" sz="2400" spc="-45" i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2400" spc="-50" i="0">
                <a:solidFill>
                  <a:srgbClr val="000000"/>
                </a:solidFill>
                <a:latin typeface="Calibri"/>
                <a:cs typeface="Calibri"/>
              </a:rPr>
              <a:t>-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37570" y="1190046"/>
            <a:ext cx="6715124" cy="447674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49299" y="1014980"/>
            <a:ext cx="1005840" cy="23495"/>
          </a:xfrm>
          <a:custGeom>
            <a:avLst/>
            <a:gdLst/>
            <a:ahLst/>
            <a:cxnLst/>
            <a:rect l="l" t="t" r="r" b="b"/>
            <a:pathLst>
              <a:path w="1005839" h="23494">
                <a:moveTo>
                  <a:pt x="0" y="22986"/>
                </a:moveTo>
                <a:lnTo>
                  <a:pt x="1005837" y="22986"/>
                </a:lnTo>
                <a:lnTo>
                  <a:pt x="1005837" y="0"/>
                </a:lnTo>
                <a:lnTo>
                  <a:pt x="0" y="0"/>
                </a:lnTo>
                <a:lnTo>
                  <a:pt x="0" y="22986"/>
                </a:lnTo>
                <a:close/>
              </a:path>
            </a:pathLst>
          </a:custGeom>
          <a:solidFill>
            <a:srgbClr val="000000">
              <a:alpha val="348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0851" rIns="0" bIns="0" rtlCol="0" vert="horz">
            <a:spAutoFit/>
          </a:bodyPr>
          <a:lstStyle/>
          <a:p>
            <a:pPr marL="95885">
              <a:lnSpc>
                <a:spcPct val="100000"/>
              </a:lnSpc>
              <a:spcBef>
                <a:spcPts val="100"/>
              </a:spcBef>
            </a:pPr>
            <a:r>
              <a:rPr dirty="0" u="heavy">
                <a:uFill>
                  <a:solidFill>
                    <a:srgbClr val="0E61FE"/>
                  </a:solidFill>
                </a:uFill>
              </a:rPr>
              <a:t>Role</a:t>
            </a:r>
            <a:r>
              <a:rPr dirty="0" u="heavy" spc="-40">
                <a:uFill>
                  <a:solidFill>
                    <a:srgbClr val="0E61FE"/>
                  </a:solidFill>
                </a:uFill>
              </a:rPr>
              <a:t> </a:t>
            </a:r>
            <a:r>
              <a:rPr dirty="0" u="heavy">
                <a:uFill>
                  <a:solidFill>
                    <a:srgbClr val="0E61FE"/>
                  </a:solidFill>
                </a:uFill>
              </a:rPr>
              <a:t>o</a:t>
            </a:r>
            <a:r>
              <a:rPr dirty="0"/>
              <a:t>f</a:t>
            </a:r>
            <a:r>
              <a:rPr dirty="0" spc="-35"/>
              <a:t> </a:t>
            </a:r>
            <a:r>
              <a:rPr dirty="0"/>
              <a:t>Agentic</a:t>
            </a:r>
            <a:r>
              <a:rPr dirty="0" spc="-40"/>
              <a:t> </a:t>
            </a:r>
            <a:r>
              <a:rPr dirty="0"/>
              <a:t>AI</a:t>
            </a:r>
            <a:r>
              <a:rPr dirty="0" spc="-35"/>
              <a:t> </a:t>
            </a:r>
            <a:r>
              <a:rPr dirty="0"/>
              <a:t>in</a:t>
            </a:r>
            <a:r>
              <a:rPr dirty="0" spc="-40"/>
              <a:t> </a:t>
            </a:r>
            <a:r>
              <a:rPr dirty="0"/>
              <a:t>the</a:t>
            </a:r>
            <a:r>
              <a:rPr dirty="0" spc="-35"/>
              <a:t> </a:t>
            </a:r>
            <a:r>
              <a:rPr dirty="0" spc="-10"/>
              <a:t>Solution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673099" y="1269136"/>
            <a:ext cx="10460990" cy="659765"/>
          </a:xfrm>
          <a:prstGeom prst="rect">
            <a:avLst/>
          </a:prstGeom>
        </p:spPr>
        <p:txBody>
          <a:bodyPr wrap="square" lIns="0" tIns="27305" rIns="0" bIns="0" rtlCol="0" vert="horz">
            <a:spAutoFit/>
          </a:bodyPr>
          <a:lstStyle/>
          <a:p>
            <a:pPr marL="12700" marR="5080">
              <a:lnSpc>
                <a:spcPts val="2480"/>
              </a:lnSpc>
              <a:spcBef>
                <a:spcPts val="215"/>
              </a:spcBef>
            </a:pPr>
            <a:r>
              <a:rPr dirty="0" sz="2100" b="1" i="1">
                <a:solidFill>
                  <a:srgbClr val="092649"/>
                </a:solidFill>
                <a:latin typeface="Arial"/>
                <a:cs typeface="Arial"/>
              </a:rPr>
              <a:t>ParkShare</a:t>
            </a:r>
            <a:r>
              <a:rPr dirty="0" sz="2100" spc="-15" b="1" i="1">
                <a:solidFill>
                  <a:srgbClr val="092649"/>
                </a:solidFill>
                <a:latin typeface="Arial"/>
                <a:cs typeface="Arial"/>
              </a:rPr>
              <a:t> </a:t>
            </a:r>
            <a:r>
              <a:rPr dirty="0" sz="2100" b="1" i="1">
                <a:solidFill>
                  <a:srgbClr val="092649"/>
                </a:solidFill>
                <a:latin typeface="Arial"/>
                <a:cs typeface="Arial"/>
              </a:rPr>
              <a:t>uses</a:t>
            </a:r>
            <a:r>
              <a:rPr dirty="0" sz="2100" spc="-10" b="1" i="1">
                <a:solidFill>
                  <a:srgbClr val="092649"/>
                </a:solidFill>
                <a:latin typeface="Arial"/>
                <a:cs typeface="Arial"/>
              </a:rPr>
              <a:t> </a:t>
            </a:r>
            <a:r>
              <a:rPr dirty="0" sz="2100" b="1" i="1">
                <a:solidFill>
                  <a:srgbClr val="092649"/>
                </a:solidFill>
                <a:latin typeface="Arial"/>
                <a:cs typeface="Arial"/>
              </a:rPr>
              <a:t>AI</a:t>
            </a:r>
            <a:r>
              <a:rPr dirty="0" sz="2100" spc="-10" b="1" i="1">
                <a:solidFill>
                  <a:srgbClr val="092649"/>
                </a:solidFill>
                <a:latin typeface="Arial"/>
                <a:cs typeface="Arial"/>
              </a:rPr>
              <a:t> </a:t>
            </a:r>
            <a:r>
              <a:rPr dirty="0" sz="2100" b="1" i="1">
                <a:solidFill>
                  <a:srgbClr val="092649"/>
                </a:solidFill>
                <a:latin typeface="Arial"/>
                <a:cs typeface="Arial"/>
              </a:rPr>
              <a:t>as</a:t>
            </a:r>
            <a:r>
              <a:rPr dirty="0" sz="2100" spc="-10" b="1" i="1">
                <a:solidFill>
                  <a:srgbClr val="092649"/>
                </a:solidFill>
                <a:latin typeface="Arial"/>
                <a:cs typeface="Arial"/>
              </a:rPr>
              <a:t> </a:t>
            </a:r>
            <a:r>
              <a:rPr dirty="0" sz="2100" b="1" i="1">
                <a:solidFill>
                  <a:srgbClr val="092649"/>
                </a:solidFill>
                <a:latin typeface="Arial"/>
                <a:cs typeface="Arial"/>
              </a:rPr>
              <a:t>a</a:t>
            </a:r>
            <a:r>
              <a:rPr dirty="0" sz="2100" spc="-10" b="1" i="1">
                <a:solidFill>
                  <a:srgbClr val="092649"/>
                </a:solidFill>
                <a:latin typeface="Arial"/>
                <a:cs typeface="Arial"/>
              </a:rPr>
              <a:t> </a:t>
            </a:r>
            <a:r>
              <a:rPr dirty="0" sz="2100" b="1" i="1">
                <a:solidFill>
                  <a:srgbClr val="092649"/>
                </a:solidFill>
                <a:latin typeface="Arial"/>
                <a:cs typeface="Arial"/>
              </a:rPr>
              <a:t>controlled</a:t>
            </a:r>
            <a:r>
              <a:rPr dirty="0" sz="2100" spc="-10" b="1" i="1">
                <a:solidFill>
                  <a:srgbClr val="092649"/>
                </a:solidFill>
                <a:latin typeface="Arial"/>
                <a:cs typeface="Arial"/>
              </a:rPr>
              <a:t> </a:t>
            </a:r>
            <a:r>
              <a:rPr dirty="0" sz="2100" spc="-20" b="1" i="1">
                <a:solidFill>
                  <a:srgbClr val="092649"/>
                </a:solidFill>
                <a:latin typeface="Arial"/>
                <a:cs typeface="Arial"/>
              </a:rPr>
              <a:t>decision-</a:t>
            </a:r>
            <a:r>
              <a:rPr dirty="0" sz="2100" b="1" i="1">
                <a:solidFill>
                  <a:srgbClr val="092649"/>
                </a:solidFill>
                <a:latin typeface="Arial"/>
                <a:cs typeface="Arial"/>
              </a:rPr>
              <a:t>support</a:t>
            </a:r>
            <a:r>
              <a:rPr dirty="0" sz="2100" spc="-10" b="1" i="1">
                <a:solidFill>
                  <a:srgbClr val="092649"/>
                </a:solidFill>
                <a:latin typeface="Arial"/>
                <a:cs typeface="Arial"/>
              </a:rPr>
              <a:t> </a:t>
            </a:r>
            <a:r>
              <a:rPr dirty="0" sz="2100" b="1" i="1">
                <a:solidFill>
                  <a:srgbClr val="092649"/>
                </a:solidFill>
                <a:latin typeface="Arial"/>
                <a:cs typeface="Arial"/>
              </a:rPr>
              <a:t>layer</a:t>
            </a:r>
            <a:r>
              <a:rPr dirty="0" sz="2100" spc="-10" b="1" i="1">
                <a:solidFill>
                  <a:srgbClr val="092649"/>
                </a:solidFill>
                <a:latin typeface="Arial"/>
                <a:cs typeface="Arial"/>
              </a:rPr>
              <a:t> </a:t>
            </a:r>
            <a:r>
              <a:rPr dirty="0" sz="2100" b="1" i="1">
                <a:solidFill>
                  <a:srgbClr val="092649"/>
                </a:solidFill>
                <a:latin typeface="Arial"/>
                <a:cs typeface="Arial"/>
              </a:rPr>
              <a:t>—</a:t>
            </a:r>
            <a:r>
              <a:rPr dirty="0" sz="2100" spc="-10" b="1" i="1">
                <a:solidFill>
                  <a:srgbClr val="092649"/>
                </a:solidFill>
                <a:latin typeface="Arial"/>
                <a:cs typeface="Arial"/>
              </a:rPr>
              <a:t> </a:t>
            </a:r>
            <a:r>
              <a:rPr dirty="0" sz="2100" b="1" i="1">
                <a:solidFill>
                  <a:srgbClr val="092649"/>
                </a:solidFill>
                <a:latin typeface="Arial"/>
                <a:cs typeface="Arial"/>
              </a:rPr>
              <a:t>not</a:t>
            </a:r>
            <a:r>
              <a:rPr dirty="0" sz="2100" spc="-10" b="1" i="1">
                <a:solidFill>
                  <a:srgbClr val="092649"/>
                </a:solidFill>
                <a:latin typeface="Arial"/>
                <a:cs typeface="Arial"/>
              </a:rPr>
              <a:t> </a:t>
            </a:r>
            <a:r>
              <a:rPr dirty="0" sz="2100" b="1" i="1">
                <a:solidFill>
                  <a:srgbClr val="092649"/>
                </a:solidFill>
                <a:latin typeface="Arial"/>
                <a:cs typeface="Arial"/>
              </a:rPr>
              <a:t>as</a:t>
            </a:r>
            <a:r>
              <a:rPr dirty="0" sz="2100" spc="-10" b="1" i="1">
                <a:solidFill>
                  <a:srgbClr val="092649"/>
                </a:solidFill>
                <a:latin typeface="Arial"/>
                <a:cs typeface="Arial"/>
              </a:rPr>
              <a:t> </a:t>
            </a:r>
            <a:r>
              <a:rPr dirty="0" sz="2100" b="1" i="1">
                <a:solidFill>
                  <a:srgbClr val="092649"/>
                </a:solidFill>
                <a:latin typeface="Arial"/>
                <a:cs typeface="Arial"/>
              </a:rPr>
              <a:t>an</a:t>
            </a:r>
            <a:r>
              <a:rPr dirty="0" sz="2100" spc="-10" b="1" i="1">
                <a:solidFill>
                  <a:srgbClr val="092649"/>
                </a:solidFill>
                <a:latin typeface="Arial"/>
                <a:cs typeface="Arial"/>
              </a:rPr>
              <a:t> </a:t>
            </a:r>
            <a:r>
              <a:rPr dirty="0" sz="2100" spc="-10" b="1" i="1">
                <a:solidFill>
                  <a:srgbClr val="092649"/>
                </a:solidFill>
                <a:latin typeface="Arial"/>
                <a:cs typeface="Arial"/>
              </a:rPr>
              <a:t>unrestricted chatbot.</a:t>
            </a:r>
            <a:endParaRPr sz="21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680915" y="1961075"/>
            <a:ext cx="5313680" cy="1496060"/>
            <a:chOff x="680915" y="1961075"/>
            <a:chExt cx="5313680" cy="1496060"/>
          </a:xfrm>
        </p:grpSpPr>
        <p:sp>
          <p:nvSpPr>
            <p:cNvPr id="4" name="object 4"/>
            <p:cNvSpPr/>
            <p:nvPr/>
          </p:nvSpPr>
          <p:spPr>
            <a:xfrm>
              <a:off x="680915" y="1984181"/>
              <a:ext cx="5313680" cy="1473200"/>
            </a:xfrm>
            <a:custGeom>
              <a:avLst/>
              <a:gdLst/>
              <a:ahLst/>
              <a:cxnLst/>
              <a:rect l="l" t="t" r="r" b="b"/>
              <a:pathLst>
                <a:path w="5313680" h="1473200">
                  <a:moveTo>
                    <a:pt x="5067796" y="1472695"/>
                  </a:moveTo>
                  <a:lnTo>
                    <a:pt x="245609" y="1472695"/>
                  </a:lnTo>
                  <a:lnTo>
                    <a:pt x="196489" y="1467664"/>
                  </a:lnTo>
                  <a:lnTo>
                    <a:pt x="150575" y="1453264"/>
                  </a:lnTo>
                  <a:lnTo>
                    <a:pt x="108821" y="1430511"/>
                  </a:lnTo>
                  <a:lnTo>
                    <a:pt x="72391" y="1400428"/>
                  </a:lnTo>
                  <a:lnTo>
                    <a:pt x="42292" y="1364034"/>
                  </a:lnTo>
                  <a:lnTo>
                    <a:pt x="19537" y="1322351"/>
                  </a:lnTo>
                  <a:lnTo>
                    <a:pt x="5141" y="1276399"/>
                  </a:lnTo>
                  <a:lnTo>
                    <a:pt x="0" y="1227200"/>
                  </a:lnTo>
                  <a:lnTo>
                    <a:pt x="0" y="245490"/>
                  </a:lnTo>
                  <a:lnTo>
                    <a:pt x="5140" y="196255"/>
                  </a:lnTo>
                  <a:lnTo>
                    <a:pt x="19527" y="150286"/>
                  </a:lnTo>
                  <a:lnTo>
                    <a:pt x="42264" y="108601"/>
                  </a:lnTo>
                  <a:lnTo>
                    <a:pt x="72333" y="72215"/>
                  </a:lnTo>
                  <a:lnTo>
                    <a:pt x="108719" y="42145"/>
                  </a:lnTo>
                  <a:lnTo>
                    <a:pt x="150405" y="19409"/>
                  </a:lnTo>
                  <a:lnTo>
                    <a:pt x="196373" y="5021"/>
                  </a:lnTo>
                  <a:lnTo>
                    <a:pt x="245609" y="0"/>
                  </a:lnTo>
                  <a:lnTo>
                    <a:pt x="5067796" y="0"/>
                  </a:lnTo>
                  <a:lnTo>
                    <a:pt x="5116995" y="5021"/>
                  </a:lnTo>
                  <a:lnTo>
                    <a:pt x="5162946" y="19409"/>
                  </a:lnTo>
                  <a:lnTo>
                    <a:pt x="5204630" y="42145"/>
                  </a:lnTo>
                  <a:lnTo>
                    <a:pt x="5241024" y="72215"/>
                  </a:lnTo>
                  <a:lnTo>
                    <a:pt x="5271107" y="108601"/>
                  </a:lnTo>
                  <a:lnTo>
                    <a:pt x="5293860" y="150286"/>
                  </a:lnTo>
                  <a:lnTo>
                    <a:pt x="5308260" y="196255"/>
                  </a:lnTo>
                  <a:lnTo>
                    <a:pt x="5313287" y="245490"/>
                  </a:lnTo>
                  <a:lnTo>
                    <a:pt x="5313287" y="1227200"/>
                  </a:lnTo>
                  <a:lnTo>
                    <a:pt x="5308265" y="1276399"/>
                  </a:lnTo>
                  <a:lnTo>
                    <a:pt x="5293877" y="1322351"/>
                  </a:lnTo>
                  <a:lnTo>
                    <a:pt x="5271141" y="1364034"/>
                  </a:lnTo>
                  <a:lnTo>
                    <a:pt x="5241071" y="1400428"/>
                  </a:lnTo>
                  <a:lnTo>
                    <a:pt x="5204685" y="1430511"/>
                  </a:lnTo>
                  <a:lnTo>
                    <a:pt x="5163000" y="1453264"/>
                  </a:lnTo>
                  <a:lnTo>
                    <a:pt x="5117031" y="1467664"/>
                  </a:lnTo>
                  <a:lnTo>
                    <a:pt x="5067796" y="1472695"/>
                  </a:lnTo>
                  <a:close/>
                </a:path>
              </a:pathLst>
            </a:custGeom>
            <a:solidFill>
              <a:srgbClr val="000000">
                <a:alpha val="348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685733" y="1966020"/>
              <a:ext cx="5303520" cy="1463040"/>
            </a:xfrm>
            <a:custGeom>
              <a:avLst/>
              <a:gdLst/>
              <a:ahLst/>
              <a:cxnLst/>
              <a:rect l="l" t="t" r="r" b="b"/>
              <a:pathLst>
                <a:path w="5303520" h="1463039">
                  <a:moveTo>
                    <a:pt x="5059676" y="1463039"/>
                  </a:moveTo>
                  <a:lnTo>
                    <a:pt x="243966" y="1463039"/>
                  </a:lnTo>
                  <a:lnTo>
                    <a:pt x="195093" y="1458046"/>
                  </a:lnTo>
                  <a:lnTo>
                    <a:pt x="149449" y="1443745"/>
                  </a:lnTo>
                  <a:lnTo>
                    <a:pt x="108045" y="1421147"/>
                  </a:lnTo>
                  <a:lnTo>
                    <a:pt x="71897" y="1391268"/>
                  </a:lnTo>
                  <a:lnTo>
                    <a:pt x="42018" y="1355120"/>
                  </a:lnTo>
                  <a:lnTo>
                    <a:pt x="19421" y="1313716"/>
                  </a:lnTo>
                  <a:lnTo>
                    <a:pt x="5119" y="1268072"/>
                  </a:lnTo>
                  <a:lnTo>
                    <a:pt x="127" y="1219199"/>
                  </a:lnTo>
                  <a:lnTo>
                    <a:pt x="0" y="243839"/>
                  </a:lnTo>
                  <a:lnTo>
                    <a:pt x="4992" y="194967"/>
                  </a:lnTo>
                  <a:lnTo>
                    <a:pt x="19294" y="149322"/>
                  </a:lnTo>
                  <a:lnTo>
                    <a:pt x="41891" y="107918"/>
                  </a:lnTo>
                  <a:lnTo>
                    <a:pt x="71770" y="71770"/>
                  </a:lnTo>
                  <a:lnTo>
                    <a:pt x="107918" y="41891"/>
                  </a:lnTo>
                  <a:lnTo>
                    <a:pt x="149322" y="19294"/>
                  </a:lnTo>
                  <a:lnTo>
                    <a:pt x="194966" y="4992"/>
                  </a:lnTo>
                  <a:lnTo>
                    <a:pt x="243839" y="0"/>
                  </a:lnTo>
                  <a:lnTo>
                    <a:pt x="5059676" y="0"/>
                  </a:lnTo>
                  <a:lnTo>
                    <a:pt x="5108549" y="4992"/>
                  </a:lnTo>
                  <a:lnTo>
                    <a:pt x="5154194" y="19294"/>
                  </a:lnTo>
                  <a:lnTo>
                    <a:pt x="5195597" y="41891"/>
                  </a:lnTo>
                  <a:lnTo>
                    <a:pt x="5231745" y="71770"/>
                  </a:lnTo>
                  <a:lnTo>
                    <a:pt x="5261624" y="107918"/>
                  </a:lnTo>
                  <a:lnTo>
                    <a:pt x="5284222" y="149322"/>
                  </a:lnTo>
                  <a:lnTo>
                    <a:pt x="5298523" y="194967"/>
                  </a:lnTo>
                  <a:lnTo>
                    <a:pt x="5303516" y="243839"/>
                  </a:lnTo>
                  <a:lnTo>
                    <a:pt x="5303516" y="1219199"/>
                  </a:lnTo>
                  <a:lnTo>
                    <a:pt x="5298523" y="1268072"/>
                  </a:lnTo>
                  <a:lnTo>
                    <a:pt x="5284222" y="1313716"/>
                  </a:lnTo>
                  <a:lnTo>
                    <a:pt x="5261624" y="1355120"/>
                  </a:lnTo>
                  <a:lnTo>
                    <a:pt x="5231745" y="1391268"/>
                  </a:lnTo>
                  <a:lnTo>
                    <a:pt x="5195597" y="1421147"/>
                  </a:lnTo>
                  <a:lnTo>
                    <a:pt x="5154194" y="1443745"/>
                  </a:lnTo>
                  <a:lnTo>
                    <a:pt x="5108549" y="1458046"/>
                  </a:lnTo>
                  <a:lnTo>
                    <a:pt x="5059676" y="1463039"/>
                  </a:lnTo>
                  <a:close/>
                </a:path>
              </a:pathLst>
            </a:custGeom>
            <a:solidFill>
              <a:srgbClr val="F4F7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680915" y="1961075"/>
              <a:ext cx="5313680" cy="1473200"/>
            </a:xfrm>
            <a:custGeom>
              <a:avLst/>
              <a:gdLst/>
              <a:ahLst/>
              <a:cxnLst/>
              <a:rect l="l" t="t" r="r" b="b"/>
              <a:pathLst>
                <a:path w="5313680" h="1473200">
                  <a:moveTo>
                    <a:pt x="248784" y="1472809"/>
                  </a:moveTo>
                  <a:lnTo>
                    <a:pt x="199345" y="1467719"/>
                  </a:lnTo>
                  <a:lnTo>
                    <a:pt x="199071" y="1467719"/>
                  </a:lnTo>
                  <a:lnTo>
                    <a:pt x="152621" y="1453136"/>
                  </a:lnTo>
                  <a:lnTo>
                    <a:pt x="110340" y="1430094"/>
                  </a:lnTo>
                  <a:lnTo>
                    <a:pt x="73436" y="1399625"/>
                  </a:lnTo>
                  <a:lnTo>
                    <a:pt x="42932" y="1362763"/>
                  </a:lnTo>
                  <a:lnTo>
                    <a:pt x="19859" y="1320540"/>
                  </a:lnTo>
                  <a:lnTo>
                    <a:pt x="5248" y="1273989"/>
                  </a:lnTo>
                  <a:lnTo>
                    <a:pt x="131" y="1224143"/>
                  </a:lnTo>
                  <a:lnTo>
                    <a:pt x="0" y="248784"/>
                  </a:lnTo>
                  <a:lnTo>
                    <a:pt x="5208" y="198938"/>
                  </a:lnTo>
                  <a:lnTo>
                    <a:pt x="19791" y="152387"/>
                  </a:lnTo>
                  <a:lnTo>
                    <a:pt x="42833" y="110164"/>
                  </a:lnTo>
                  <a:lnTo>
                    <a:pt x="73302" y="73302"/>
                  </a:lnTo>
                  <a:lnTo>
                    <a:pt x="110164" y="42833"/>
                  </a:lnTo>
                  <a:lnTo>
                    <a:pt x="152387" y="19791"/>
                  </a:lnTo>
                  <a:lnTo>
                    <a:pt x="198938" y="5208"/>
                  </a:lnTo>
                  <a:lnTo>
                    <a:pt x="248784" y="0"/>
                  </a:lnTo>
                  <a:lnTo>
                    <a:pt x="248784" y="4817"/>
                  </a:lnTo>
                  <a:lnTo>
                    <a:pt x="5110634" y="4817"/>
                  </a:lnTo>
                  <a:lnTo>
                    <a:pt x="5114466" y="5208"/>
                  </a:lnTo>
                  <a:lnTo>
                    <a:pt x="5128622" y="9643"/>
                  </a:lnTo>
                  <a:lnTo>
                    <a:pt x="248784" y="9643"/>
                  </a:lnTo>
                  <a:lnTo>
                    <a:pt x="200842" y="14538"/>
                  </a:lnTo>
                  <a:lnTo>
                    <a:pt x="156072" y="28560"/>
                  </a:lnTo>
                  <a:lnTo>
                    <a:pt x="115466" y="50717"/>
                  </a:lnTo>
                  <a:lnTo>
                    <a:pt x="80017" y="80017"/>
                  </a:lnTo>
                  <a:lnTo>
                    <a:pt x="50717" y="115466"/>
                  </a:lnTo>
                  <a:lnTo>
                    <a:pt x="28560" y="156072"/>
                  </a:lnTo>
                  <a:lnTo>
                    <a:pt x="14538" y="200842"/>
                  </a:lnTo>
                  <a:lnTo>
                    <a:pt x="9643" y="248784"/>
                  </a:lnTo>
                  <a:lnTo>
                    <a:pt x="9643" y="1224143"/>
                  </a:lnTo>
                  <a:lnTo>
                    <a:pt x="14538" y="1272085"/>
                  </a:lnTo>
                  <a:lnTo>
                    <a:pt x="28560" y="1316855"/>
                  </a:lnTo>
                  <a:lnTo>
                    <a:pt x="50717" y="1357461"/>
                  </a:lnTo>
                  <a:lnTo>
                    <a:pt x="80017" y="1392910"/>
                  </a:lnTo>
                  <a:lnTo>
                    <a:pt x="115466" y="1422210"/>
                  </a:lnTo>
                  <a:lnTo>
                    <a:pt x="156072" y="1444367"/>
                  </a:lnTo>
                  <a:lnTo>
                    <a:pt x="200842" y="1458389"/>
                  </a:lnTo>
                  <a:lnTo>
                    <a:pt x="248784" y="1463284"/>
                  </a:lnTo>
                  <a:lnTo>
                    <a:pt x="5128622" y="1463284"/>
                  </a:lnTo>
                  <a:lnTo>
                    <a:pt x="5114466" y="1467719"/>
                  </a:lnTo>
                  <a:lnTo>
                    <a:pt x="5110632" y="1468110"/>
                  </a:lnTo>
                  <a:lnTo>
                    <a:pt x="248784" y="1468110"/>
                  </a:lnTo>
                  <a:lnTo>
                    <a:pt x="248784" y="1472809"/>
                  </a:lnTo>
                  <a:close/>
                </a:path>
                <a:path w="5313680" h="1473200">
                  <a:moveTo>
                    <a:pt x="5064620" y="4817"/>
                  </a:moveTo>
                  <a:lnTo>
                    <a:pt x="248784" y="4817"/>
                  </a:lnTo>
                  <a:lnTo>
                    <a:pt x="248784" y="0"/>
                  </a:lnTo>
                  <a:lnTo>
                    <a:pt x="5064620" y="0"/>
                  </a:lnTo>
                  <a:lnTo>
                    <a:pt x="5064620" y="4817"/>
                  </a:lnTo>
                  <a:close/>
                </a:path>
                <a:path w="5313680" h="1473200">
                  <a:moveTo>
                    <a:pt x="5110634" y="4817"/>
                  </a:moveTo>
                  <a:lnTo>
                    <a:pt x="5064620" y="4817"/>
                  </a:lnTo>
                  <a:lnTo>
                    <a:pt x="5064620" y="0"/>
                  </a:lnTo>
                  <a:lnTo>
                    <a:pt x="5063460" y="0"/>
                  </a:lnTo>
                  <a:lnTo>
                    <a:pt x="5110634" y="4817"/>
                  </a:lnTo>
                  <a:close/>
                </a:path>
                <a:path w="5313680" h="1473200">
                  <a:moveTo>
                    <a:pt x="5128622" y="1463284"/>
                  </a:moveTo>
                  <a:lnTo>
                    <a:pt x="5064620" y="1463284"/>
                  </a:lnTo>
                  <a:lnTo>
                    <a:pt x="5112562" y="1458389"/>
                  </a:lnTo>
                  <a:lnTo>
                    <a:pt x="5157332" y="1444367"/>
                  </a:lnTo>
                  <a:lnTo>
                    <a:pt x="5197938" y="1422210"/>
                  </a:lnTo>
                  <a:lnTo>
                    <a:pt x="5233388" y="1392910"/>
                  </a:lnTo>
                  <a:lnTo>
                    <a:pt x="5262687" y="1357461"/>
                  </a:lnTo>
                  <a:lnTo>
                    <a:pt x="5284844" y="1316855"/>
                  </a:lnTo>
                  <a:lnTo>
                    <a:pt x="5298867" y="1272085"/>
                  </a:lnTo>
                  <a:lnTo>
                    <a:pt x="5303761" y="1224143"/>
                  </a:lnTo>
                  <a:lnTo>
                    <a:pt x="5303761" y="248784"/>
                  </a:lnTo>
                  <a:lnTo>
                    <a:pt x="5298867" y="200842"/>
                  </a:lnTo>
                  <a:lnTo>
                    <a:pt x="5284844" y="156072"/>
                  </a:lnTo>
                  <a:lnTo>
                    <a:pt x="5262687" y="115466"/>
                  </a:lnTo>
                  <a:lnTo>
                    <a:pt x="5233388" y="80017"/>
                  </a:lnTo>
                  <a:lnTo>
                    <a:pt x="5197938" y="50717"/>
                  </a:lnTo>
                  <a:lnTo>
                    <a:pt x="5157332" y="28560"/>
                  </a:lnTo>
                  <a:lnTo>
                    <a:pt x="5112562" y="14538"/>
                  </a:lnTo>
                  <a:lnTo>
                    <a:pt x="5064620" y="9643"/>
                  </a:lnTo>
                  <a:lnTo>
                    <a:pt x="5128622" y="9643"/>
                  </a:lnTo>
                  <a:lnTo>
                    <a:pt x="5203240" y="42833"/>
                  </a:lnTo>
                  <a:lnTo>
                    <a:pt x="5240103" y="73302"/>
                  </a:lnTo>
                  <a:lnTo>
                    <a:pt x="5270571" y="110164"/>
                  </a:lnTo>
                  <a:lnTo>
                    <a:pt x="5293613" y="152387"/>
                  </a:lnTo>
                  <a:lnTo>
                    <a:pt x="5308196" y="198938"/>
                  </a:lnTo>
                  <a:lnTo>
                    <a:pt x="5313286" y="248784"/>
                  </a:lnTo>
                  <a:lnTo>
                    <a:pt x="5313286" y="1224143"/>
                  </a:lnTo>
                  <a:lnTo>
                    <a:pt x="5308196" y="1273989"/>
                  </a:lnTo>
                  <a:lnTo>
                    <a:pt x="5293613" y="1320540"/>
                  </a:lnTo>
                  <a:lnTo>
                    <a:pt x="5270571" y="1362763"/>
                  </a:lnTo>
                  <a:lnTo>
                    <a:pt x="5240103" y="1399625"/>
                  </a:lnTo>
                  <a:lnTo>
                    <a:pt x="5203240" y="1430094"/>
                  </a:lnTo>
                  <a:lnTo>
                    <a:pt x="5161017" y="1453136"/>
                  </a:lnTo>
                  <a:lnTo>
                    <a:pt x="5128622" y="1463284"/>
                  </a:lnTo>
                  <a:close/>
                </a:path>
                <a:path w="5313680" h="1473200">
                  <a:moveTo>
                    <a:pt x="5064620" y="1472809"/>
                  </a:moveTo>
                  <a:lnTo>
                    <a:pt x="248784" y="1472809"/>
                  </a:lnTo>
                  <a:lnTo>
                    <a:pt x="248784" y="1468110"/>
                  </a:lnTo>
                  <a:lnTo>
                    <a:pt x="5064620" y="1468110"/>
                  </a:lnTo>
                  <a:lnTo>
                    <a:pt x="5064620" y="1472809"/>
                  </a:lnTo>
                  <a:close/>
                </a:path>
                <a:path w="5313680" h="1473200">
                  <a:moveTo>
                    <a:pt x="5064620" y="1472809"/>
                  </a:moveTo>
                  <a:lnTo>
                    <a:pt x="5064620" y="1468110"/>
                  </a:lnTo>
                  <a:lnTo>
                    <a:pt x="5110632" y="1468110"/>
                  </a:lnTo>
                  <a:lnTo>
                    <a:pt x="5064620" y="1472809"/>
                  </a:lnTo>
                  <a:close/>
                </a:path>
              </a:pathLst>
            </a:custGeom>
            <a:solidFill>
              <a:srgbClr val="DBE3E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685860" y="3428932"/>
              <a:ext cx="73660" cy="23495"/>
            </a:xfrm>
            <a:custGeom>
              <a:avLst/>
              <a:gdLst/>
              <a:ahLst/>
              <a:cxnLst/>
              <a:rect l="l" t="t" r="r" b="b"/>
              <a:pathLst>
                <a:path w="73659" h="23495">
                  <a:moveTo>
                    <a:pt x="0" y="23114"/>
                  </a:moveTo>
                  <a:lnTo>
                    <a:pt x="73151" y="23114"/>
                  </a:lnTo>
                  <a:lnTo>
                    <a:pt x="73151" y="0"/>
                  </a:lnTo>
                  <a:lnTo>
                    <a:pt x="0" y="0"/>
                  </a:lnTo>
                  <a:lnTo>
                    <a:pt x="0" y="23114"/>
                  </a:lnTo>
                  <a:close/>
                </a:path>
              </a:pathLst>
            </a:custGeom>
            <a:solidFill>
              <a:srgbClr val="000000">
                <a:alpha val="348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685860" y="1965893"/>
              <a:ext cx="73660" cy="1463040"/>
            </a:xfrm>
            <a:custGeom>
              <a:avLst/>
              <a:gdLst/>
              <a:ahLst/>
              <a:cxnLst/>
              <a:rect l="l" t="t" r="r" b="b"/>
              <a:pathLst>
                <a:path w="73659" h="1463039">
                  <a:moveTo>
                    <a:pt x="73151" y="1463039"/>
                  </a:moveTo>
                  <a:lnTo>
                    <a:pt x="0" y="1463039"/>
                  </a:lnTo>
                  <a:lnTo>
                    <a:pt x="0" y="0"/>
                  </a:lnTo>
                  <a:lnTo>
                    <a:pt x="73151" y="0"/>
                  </a:lnTo>
                  <a:lnTo>
                    <a:pt x="73151" y="1463039"/>
                  </a:lnTo>
                  <a:close/>
                </a:path>
              </a:pathLst>
            </a:custGeom>
            <a:solidFill>
              <a:srgbClr val="0E61F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/>
          <p:cNvSpPr txBox="1"/>
          <p:nvPr/>
        </p:nvSpPr>
        <p:spPr>
          <a:xfrm>
            <a:off x="974851" y="2212768"/>
            <a:ext cx="4441825" cy="826135"/>
          </a:xfrm>
          <a:prstGeom prst="rect">
            <a:avLst/>
          </a:prstGeom>
        </p:spPr>
        <p:txBody>
          <a:bodyPr wrap="square" lIns="0" tIns="565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dirty="0" sz="1700" b="1" i="1">
                <a:solidFill>
                  <a:srgbClr val="092649"/>
                </a:solidFill>
                <a:latin typeface="Arial"/>
                <a:cs typeface="Arial"/>
              </a:rPr>
              <a:t>Context</a:t>
            </a:r>
            <a:r>
              <a:rPr dirty="0" sz="1700" spc="-50" b="1" i="1">
                <a:solidFill>
                  <a:srgbClr val="092649"/>
                </a:solidFill>
                <a:latin typeface="Arial"/>
                <a:cs typeface="Arial"/>
              </a:rPr>
              <a:t> </a:t>
            </a:r>
            <a:r>
              <a:rPr dirty="0" sz="1700" spc="-10" b="1" i="1">
                <a:solidFill>
                  <a:srgbClr val="092649"/>
                </a:solidFill>
                <a:latin typeface="Arial"/>
                <a:cs typeface="Arial"/>
              </a:rPr>
              <a:t>Awareness</a:t>
            </a:r>
            <a:endParaRPr sz="1700">
              <a:latin typeface="Arial"/>
              <a:cs typeface="Arial"/>
            </a:endParaRPr>
          </a:p>
          <a:p>
            <a:pPr marL="12700" marR="5080">
              <a:lnSpc>
                <a:spcPct val="116100"/>
              </a:lnSpc>
              <a:spcBef>
                <a:spcPts val="15"/>
              </a:spcBef>
            </a:pPr>
            <a:r>
              <a:rPr dirty="0" sz="1400">
                <a:solidFill>
                  <a:srgbClr val="161D29"/>
                </a:solidFill>
                <a:latin typeface="Arial MT"/>
                <a:cs typeface="Arial MT"/>
              </a:rPr>
              <a:t>Granite</a:t>
            </a:r>
            <a:r>
              <a:rPr dirty="0" sz="1400" spc="-35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61D29"/>
                </a:solidFill>
                <a:latin typeface="Arial MT"/>
                <a:cs typeface="Arial MT"/>
              </a:rPr>
              <a:t>receives</a:t>
            </a:r>
            <a:r>
              <a:rPr dirty="0" sz="1400" spc="-35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61D29"/>
                </a:solidFill>
                <a:latin typeface="Arial MT"/>
                <a:cs typeface="Arial MT"/>
              </a:rPr>
              <a:t>structured</a:t>
            </a:r>
            <a:r>
              <a:rPr dirty="0" sz="1400" spc="-30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61D29"/>
                </a:solidFill>
                <a:latin typeface="Arial MT"/>
                <a:cs typeface="Arial MT"/>
              </a:rPr>
              <a:t>parking,</a:t>
            </a:r>
            <a:r>
              <a:rPr dirty="0" sz="1400" spc="-35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61D29"/>
                </a:solidFill>
                <a:latin typeface="Arial MT"/>
                <a:cs typeface="Arial MT"/>
              </a:rPr>
              <a:t>owner,</a:t>
            </a:r>
            <a:r>
              <a:rPr dirty="0" sz="1400" spc="-35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61D29"/>
                </a:solidFill>
                <a:latin typeface="Arial MT"/>
                <a:cs typeface="Arial MT"/>
              </a:rPr>
              <a:t>and</a:t>
            </a:r>
            <a:r>
              <a:rPr dirty="0" sz="1400" spc="-30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400" spc="-10">
                <a:solidFill>
                  <a:srgbClr val="161D29"/>
                </a:solidFill>
                <a:latin typeface="Arial MT"/>
                <a:cs typeface="Arial MT"/>
              </a:rPr>
              <a:t>booking </a:t>
            </a:r>
            <a:r>
              <a:rPr dirty="0" sz="1400">
                <a:solidFill>
                  <a:srgbClr val="161D29"/>
                </a:solidFill>
                <a:latin typeface="Arial MT"/>
                <a:cs typeface="Arial MT"/>
              </a:rPr>
              <a:t>context</a:t>
            </a:r>
            <a:r>
              <a:rPr dirty="0" sz="1400" spc="-25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61D29"/>
                </a:solidFill>
                <a:latin typeface="Arial MT"/>
                <a:cs typeface="Arial MT"/>
              </a:rPr>
              <a:t>selected</a:t>
            </a:r>
            <a:r>
              <a:rPr dirty="0" sz="1400" spc="-20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61D29"/>
                </a:solidFill>
                <a:latin typeface="Arial MT"/>
                <a:cs typeface="Arial MT"/>
              </a:rPr>
              <a:t>by</a:t>
            </a:r>
            <a:r>
              <a:rPr dirty="0" sz="1400" spc="-20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61D29"/>
                </a:solidFill>
                <a:latin typeface="Arial MT"/>
                <a:cs typeface="Arial MT"/>
              </a:rPr>
              <a:t>the</a:t>
            </a:r>
            <a:r>
              <a:rPr dirty="0" sz="1400" spc="-20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400" spc="-10">
                <a:solidFill>
                  <a:srgbClr val="161D29"/>
                </a:solidFill>
                <a:latin typeface="Arial MT"/>
                <a:cs typeface="Arial MT"/>
              </a:rPr>
              <a:t>backend.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304475" y="1961075"/>
            <a:ext cx="5313680" cy="1496060"/>
            <a:chOff x="6304475" y="1961075"/>
            <a:chExt cx="5313680" cy="1496060"/>
          </a:xfrm>
        </p:grpSpPr>
        <p:sp>
          <p:nvSpPr>
            <p:cNvPr id="16" name="object 16"/>
            <p:cNvSpPr/>
            <p:nvPr/>
          </p:nvSpPr>
          <p:spPr>
            <a:xfrm>
              <a:off x="6304475" y="1984181"/>
              <a:ext cx="5313680" cy="1473200"/>
            </a:xfrm>
            <a:custGeom>
              <a:avLst/>
              <a:gdLst/>
              <a:ahLst/>
              <a:cxnLst/>
              <a:rect l="l" t="t" r="r" b="b"/>
              <a:pathLst>
                <a:path w="5313680" h="1473200">
                  <a:moveTo>
                    <a:pt x="5067795" y="1472695"/>
                  </a:moveTo>
                  <a:lnTo>
                    <a:pt x="245609" y="1472695"/>
                  </a:lnTo>
                  <a:lnTo>
                    <a:pt x="196489" y="1467664"/>
                  </a:lnTo>
                  <a:lnTo>
                    <a:pt x="150575" y="1453264"/>
                  </a:lnTo>
                  <a:lnTo>
                    <a:pt x="108821" y="1430511"/>
                  </a:lnTo>
                  <a:lnTo>
                    <a:pt x="72391" y="1400428"/>
                  </a:lnTo>
                  <a:lnTo>
                    <a:pt x="42291" y="1364034"/>
                  </a:lnTo>
                  <a:lnTo>
                    <a:pt x="19537" y="1322351"/>
                  </a:lnTo>
                  <a:lnTo>
                    <a:pt x="5141" y="1276399"/>
                  </a:lnTo>
                  <a:lnTo>
                    <a:pt x="0" y="1227200"/>
                  </a:lnTo>
                  <a:lnTo>
                    <a:pt x="0" y="245490"/>
                  </a:lnTo>
                  <a:lnTo>
                    <a:pt x="5139" y="196255"/>
                  </a:lnTo>
                  <a:lnTo>
                    <a:pt x="19527" y="150286"/>
                  </a:lnTo>
                  <a:lnTo>
                    <a:pt x="42264" y="108601"/>
                  </a:lnTo>
                  <a:lnTo>
                    <a:pt x="72333" y="72215"/>
                  </a:lnTo>
                  <a:lnTo>
                    <a:pt x="108719" y="42145"/>
                  </a:lnTo>
                  <a:lnTo>
                    <a:pt x="150404" y="19409"/>
                  </a:lnTo>
                  <a:lnTo>
                    <a:pt x="196373" y="5021"/>
                  </a:lnTo>
                  <a:lnTo>
                    <a:pt x="245609" y="0"/>
                  </a:lnTo>
                  <a:lnTo>
                    <a:pt x="5067795" y="0"/>
                  </a:lnTo>
                  <a:lnTo>
                    <a:pt x="5116994" y="5021"/>
                  </a:lnTo>
                  <a:lnTo>
                    <a:pt x="5162946" y="19409"/>
                  </a:lnTo>
                  <a:lnTo>
                    <a:pt x="5204629" y="42145"/>
                  </a:lnTo>
                  <a:lnTo>
                    <a:pt x="5241023" y="72215"/>
                  </a:lnTo>
                  <a:lnTo>
                    <a:pt x="5271107" y="108601"/>
                  </a:lnTo>
                  <a:lnTo>
                    <a:pt x="5293859" y="150286"/>
                  </a:lnTo>
                  <a:lnTo>
                    <a:pt x="5308259" y="196255"/>
                  </a:lnTo>
                  <a:lnTo>
                    <a:pt x="5313286" y="245490"/>
                  </a:lnTo>
                  <a:lnTo>
                    <a:pt x="5313286" y="1227200"/>
                  </a:lnTo>
                  <a:lnTo>
                    <a:pt x="5308264" y="1276399"/>
                  </a:lnTo>
                  <a:lnTo>
                    <a:pt x="5293877" y="1322351"/>
                  </a:lnTo>
                  <a:lnTo>
                    <a:pt x="5271140" y="1364034"/>
                  </a:lnTo>
                  <a:lnTo>
                    <a:pt x="5241071" y="1400428"/>
                  </a:lnTo>
                  <a:lnTo>
                    <a:pt x="5204685" y="1430511"/>
                  </a:lnTo>
                  <a:lnTo>
                    <a:pt x="5162999" y="1453264"/>
                  </a:lnTo>
                  <a:lnTo>
                    <a:pt x="5117031" y="1467664"/>
                  </a:lnTo>
                  <a:lnTo>
                    <a:pt x="5067795" y="1472695"/>
                  </a:lnTo>
                  <a:close/>
                </a:path>
              </a:pathLst>
            </a:custGeom>
            <a:solidFill>
              <a:srgbClr val="000000">
                <a:alpha val="348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6309420" y="1966020"/>
              <a:ext cx="5303520" cy="1463040"/>
            </a:xfrm>
            <a:custGeom>
              <a:avLst/>
              <a:gdLst/>
              <a:ahLst/>
              <a:cxnLst/>
              <a:rect l="l" t="t" r="r" b="b"/>
              <a:pathLst>
                <a:path w="5303520" h="1463039">
                  <a:moveTo>
                    <a:pt x="5059676" y="1463039"/>
                  </a:moveTo>
                  <a:lnTo>
                    <a:pt x="243839" y="1463039"/>
                  </a:lnTo>
                  <a:lnTo>
                    <a:pt x="194966" y="1458046"/>
                  </a:lnTo>
                  <a:lnTo>
                    <a:pt x="149321" y="1443745"/>
                  </a:lnTo>
                  <a:lnTo>
                    <a:pt x="107918" y="1421147"/>
                  </a:lnTo>
                  <a:lnTo>
                    <a:pt x="71770" y="1391268"/>
                  </a:lnTo>
                  <a:lnTo>
                    <a:pt x="41891" y="1355120"/>
                  </a:lnTo>
                  <a:lnTo>
                    <a:pt x="19293" y="1313716"/>
                  </a:lnTo>
                  <a:lnTo>
                    <a:pt x="4992" y="1268072"/>
                  </a:lnTo>
                  <a:lnTo>
                    <a:pt x="0" y="1219199"/>
                  </a:lnTo>
                  <a:lnTo>
                    <a:pt x="0" y="243839"/>
                  </a:lnTo>
                  <a:lnTo>
                    <a:pt x="4992" y="194967"/>
                  </a:lnTo>
                  <a:lnTo>
                    <a:pt x="19293" y="149322"/>
                  </a:lnTo>
                  <a:lnTo>
                    <a:pt x="41891" y="107918"/>
                  </a:lnTo>
                  <a:lnTo>
                    <a:pt x="71770" y="71770"/>
                  </a:lnTo>
                  <a:lnTo>
                    <a:pt x="107918" y="41891"/>
                  </a:lnTo>
                  <a:lnTo>
                    <a:pt x="149321" y="19294"/>
                  </a:lnTo>
                  <a:lnTo>
                    <a:pt x="194966" y="4992"/>
                  </a:lnTo>
                  <a:lnTo>
                    <a:pt x="243839" y="0"/>
                  </a:lnTo>
                  <a:lnTo>
                    <a:pt x="5059676" y="0"/>
                  </a:lnTo>
                  <a:lnTo>
                    <a:pt x="5108548" y="4992"/>
                  </a:lnTo>
                  <a:lnTo>
                    <a:pt x="5154193" y="19294"/>
                  </a:lnTo>
                  <a:lnTo>
                    <a:pt x="5195597" y="41891"/>
                  </a:lnTo>
                  <a:lnTo>
                    <a:pt x="5231745" y="71770"/>
                  </a:lnTo>
                  <a:lnTo>
                    <a:pt x="5261624" y="107918"/>
                  </a:lnTo>
                  <a:lnTo>
                    <a:pt x="5284221" y="149322"/>
                  </a:lnTo>
                  <a:lnTo>
                    <a:pt x="5298523" y="194967"/>
                  </a:lnTo>
                  <a:lnTo>
                    <a:pt x="5303516" y="243839"/>
                  </a:lnTo>
                  <a:lnTo>
                    <a:pt x="5303516" y="1219199"/>
                  </a:lnTo>
                  <a:lnTo>
                    <a:pt x="5298523" y="1268072"/>
                  </a:lnTo>
                  <a:lnTo>
                    <a:pt x="5284221" y="1313716"/>
                  </a:lnTo>
                  <a:lnTo>
                    <a:pt x="5261624" y="1355120"/>
                  </a:lnTo>
                  <a:lnTo>
                    <a:pt x="5231745" y="1391268"/>
                  </a:lnTo>
                  <a:lnTo>
                    <a:pt x="5195597" y="1421147"/>
                  </a:lnTo>
                  <a:lnTo>
                    <a:pt x="5154193" y="1443745"/>
                  </a:lnTo>
                  <a:lnTo>
                    <a:pt x="5108548" y="1458046"/>
                  </a:lnTo>
                  <a:lnTo>
                    <a:pt x="5059676" y="1463039"/>
                  </a:lnTo>
                  <a:close/>
                </a:path>
              </a:pathLst>
            </a:custGeom>
            <a:solidFill>
              <a:srgbClr val="F4F7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6304475" y="1961075"/>
              <a:ext cx="5313680" cy="1473200"/>
            </a:xfrm>
            <a:custGeom>
              <a:avLst/>
              <a:gdLst/>
              <a:ahLst/>
              <a:cxnLst/>
              <a:rect l="l" t="t" r="r" b="b"/>
              <a:pathLst>
                <a:path w="5313680" h="1473200">
                  <a:moveTo>
                    <a:pt x="248783" y="1472809"/>
                  </a:moveTo>
                  <a:lnTo>
                    <a:pt x="199344" y="1467719"/>
                  </a:lnTo>
                  <a:lnTo>
                    <a:pt x="199071" y="1467719"/>
                  </a:lnTo>
                  <a:lnTo>
                    <a:pt x="152620" y="1453136"/>
                  </a:lnTo>
                  <a:lnTo>
                    <a:pt x="110339" y="1430094"/>
                  </a:lnTo>
                  <a:lnTo>
                    <a:pt x="73436" y="1399625"/>
                  </a:lnTo>
                  <a:lnTo>
                    <a:pt x="42932" y="1362763"/>
                  </a:lnTo>
                  <a:lnTo>
                    <a:pt x="19859" y="1320540"/>
                  </a:lnTo>
                  <a:lnTo>
                    <a:pt x="5248" y="1273989"/>
                  </a:lnTo>
                  <a:lnTo>
                    <a:pt x="131" y="1224143"/>
                  </a:lnTo>
                  <a:lnTo>
                    <a:pt x="0" y="248784"/>
                  </a:lnTo>
                  <a:lnTo>
                    <a:pt x="5208" y="198938"/>
                  </a:lnTo>
                  <a:lnTo>
                    <a:pt x="19791" y="152387"/>
                  </a:lnTo>
                  <a:lnTo>
                    <a:pt x="42833" y="110164"/>
                  </a:lnTo>
                  <a:lnTo>
                    <a:pt x="73301" y="73302"/>
                  </a:lnTo>
                  <a:lnTo>
                    <a:pt x="110163" y="42833"/>
                  </a:lnTo>
                  <a:lnTo>
                    <a:pt x="152386" y="19791"/>
                  </a:lnTo>
                  <a:lnTo>
                    <a:pt x="198937" y="5208"/>
                  </a:lnTo>
                  <a:lnTo>
                    <a:pt x="248783" y="0"/>
                  </a:lnTo>
                  <a:lnTo>
                    <a:pt x="248783" y="4817"/>
                  </a:lnTo>
                  <a:lnTo>
                    <a:pt x="5110634" y="4817"/>
                  </a:lnTo>
                  <a:lnTo>
                    <a:pt x="5114466" y="5208"/>
                  </a:lnTo>
                  <a:lnTo>
                    <a:pt x="5128622" y="9643"/>
                  </a:lnTo>
                  <a:lnTo>
                    <a:pt x="248783" y="9643"/>
                  </a:lnTo>
                  <a:lnTo>
                    <a:pt x="200842" y="14538"/>
                  </a:lnTo>
                  <a:lnTo>
                    <a:pt x="156072" y="28560"/>
                  </a:lnTo>
                  <a:lnTo>
                    <a:pt x="115466" y="50717"/>
                  </a:lnTo>
                  <a:lnTo>
                    <a:pt x="80017" y="80017"/>
                  </a:lnTo>
                  <a:lnTo>
                    <a:pt x="50717" y="115466"/>
                  </a:lnTo>
                  <a:lnTo>
                    <a:pt x="28560" y="156072"/>
                  </a:lnTo>
                  <a:lnTo>
                    <a:pt x="14537" y="200842"/>
                  </a:lnTo>
                  <a:lnTo>
                    <a:pt x="9643" y="248784"/>
                  </a:lnTo>
                  <a:lnTo>
                    <a:pt x="9643" y="1224143"/>
                  </a:lnTo>
                  <a:lnTo>
                    <a:pt x="14537" y="1272085"/>
                  </a:lnTo>
                  <a:lnTo>
                    <a:pt x="28560" y="1316855"/>
                  </a:lnTo>
                  <a:lnTo>
                    <a:pt x="50717" y="1357461"/>
                  </a:lnTo>
                  <a:lnTo>
                    <a:pt x="80017" y="1392910"/>
                  </a:lnTo>
                  <a:lnTo>
                    <a:pt x="115466" y="1422210"/>
                  </a:lnTo>
                  <a:lnTo>
                    <a:pt x="156072" y="1444367"/>
                  </a:lnTo>
                  <a:lnTo>
                    <a:pt x="200842" y="1458389"/>
                  </a:lnTo>
                  <a:lnTo>
                    <a:pt x="248783" y="1463284"/>
                  </a:lnTo>
                  <a:lnTo>
                    <a:pt x="5128622" y="1463284"/>
                  </a:lnTo>
                  <a:lnTo>
                    <a:pt x="5114466" y="1467719"/>
                  </a:lnTo>
                  <a:lnTo>
                    <a:pt x="5110632" y="1468110"/>
                  </a:lnTo>
                  <a:lnTo>
                    <a:pt x="248783" y="1468110"/>
                  </a:lnTo>
                  <a:lnTo>
                    <a:pt x="248783" y="1472809"/>
                  </a:lnTo>
                  <a:close/>
                </a:path>
                <a:path w="5313680" h="1473200">
                  <a:moveTo>
                    <a:pt x="5064620" y="4817"/>
                  </a:moveTo>
                  <a:lnTo>
                    <a:pt x="248783" y="4817"/>
                  </a:lnTo>
                  <a:lnTo>
                    <a:pt x="248783" y="0"/>
                  </a:lnTo>
                  <a:lnTo>
                    <a:pt x="5064620" y="0"/>
                  </a:lnTo>
                  <a:lnTo>
                    <a:pt x="5064620" y="4817"/>
                  </a:lnTo>
                  <a:close/>
                </a:path>
                <a:path w="5313680" h="1473200">
                  <a:moveTo>
                    <a:pt x="5110634" y="4817"/>
                  </a:moveTo>
                  <a:lnTo>
                    <a:pt x="5064620" y="4817"/>
                  </a:lnTo>
                  <a:lnTo>
                    <a:pt x="5064620" y="0"/>
                  </a:lnTo>
                  <a:lnTo>
                    <a:pt x="5063460" y="0"/>
                  </a:lnTo>
                  <a:lnTo>
                    <a:pt x="5110634" y="4817"/>
                  </a:lnTo>
                  <a:close/>
                </a:path>
                <a:path w="5313680" h="1473200">
                  <a:moveTo>
                    <a:pt x="5128622" y="1463284"/>
                  </a:moveTo>
                  <a:lnTo>
                    <a:pt x="5064620" y="1463284"/>
                  </a:lnTo>
                  <a:lnTo>
                    <a:pt x="5112562" y="1458389"/>
                  </a:lnTo>
                  <a:lnTo>
                    <a:pt x="5157332" y="1444367"/>
                  </a:lnTo>
                  <a:lnTo>
                    <a:pt x="5197938" y="1422210"/>
                  </a:lnTo>
                  <a:lnTo>
                    <a:pt x="5233387" y="1392910"/>
                  </a:lnTo>
                  <a:lnTo>
                    <a:pt x="5262686" y="1357461"/>
                  </a:lnTo>
                  <a:lnTo>
                    <a:pt x="5284844" y="1316855"/>
                  </a:lnTo>
                  <a:lnTo>
                    <a:pt x="5298866" y="1272085"/>
                  </a:lnTo>
                  <a:lnTo>
                    <a:pt x="5303761" y="1224143"/>
                  </a:lnTo>
                  <a:lnTo>
                    <a:pt x="5303761" y="248784"/>
                  </a:lnTo>
                  <a:lnTo>
                    <a:pt x="5298866" y="200842"/>
                  </a:lnTo>
                  <a:lnTo>
                    <a:pt x="5284844" y="156072"/>
                  </a:lnTo>
                  <a:lnTo>
                    <a:pt x="5262686" y="115466"/>
                  </a:lnTo>
                  <a:lnTo>
                    <a:pt x="5233387" y="80017"/>
                  </a:lnTo>
                  <a:lnTo>
                    <a:pt x="5197938" y="50717"/>
                  </a:lnTo>
                  <a:lnTo>
                    <a:pt x="5157332" y="28560"/>
                  </a:lnTo>
                  <a:lnTo>
                    <a:pt x="5112562" y="14538"/>
                  </a:lnTo>
                  <a:lnTo>
                    <a:pt x="5064620" y="9643"/>
                  </a:lnTo>
                  <a:lnTo>
                    <a:pt x="5128622" y="9643"/>
                  </a:lnTo>
                  <a:lnTo>
                    <a:pt x="5203240" y="42833"/>
                  </a:lnTo>
                  <a:lnTo>
                    <a:pt x="5240102" y="73302"/>
                  </a:lnTo>
                  <a:lnTo>
                    <a:pt x="5270571" y="110164"/>
                  </a:lnTo>
                  <a:lnTo>
                    <a:pt x="5293613" y="152387"/>
                  </a:lnTo>
                  <a:lnTo>
                    <a:pt x="5308195" y="198938"/>
                  </a:lnTo>
                  <a:lnTo>
                    <a:pt x="5313286" y="248784"/>
                  </a:lnTo>
                  <a:lnTo>
                    <a:pt x="5313286" y="1224143"/>
                  </a:lnTo>
                  <a:lnTo>
                    <a:pt x="5308195" y="1273989"/>
                  </a:lnTo>
                  <a:lnTo>
                    <a:pt x="5293613" y="1320540"/>
                  </a:lnTo>
                  <a:lnTo>
                    <a:pt x="5270571" y="1362763"/>
                  </a:lnTo>
                  <a:lnTo>
                    <a:pt x="5240102" y="1399625"/>
                  </a:lnTo>
                  <a:lnTo>
                    <a:pt x="5203240" y="1430094"/>
                  </a:lnTo>
                  <a:lnTo>
                    <a:pt x="5161017" y="1453136"/>
                  </a:lnTo>
                  <a:lnTo>
                    <a:pt x="5128622" y="1463284"/>
                  </a:lnTo>
                  <a:close/>
                </a:path>
                <a:path w="5313680" h="1473200">
                  <a:moveTo>
                    <a:pt x="5064620" y="1472809"/>
                  </a:moveTo>
                  <a:lnTo>
                    <a:pt x="248783" y="1472809"/>
                  </a:lnTo>
                  <a:lnTo>
                    <a:pt x="248783" y="1468110"/>
                  </a:lnTo>
                  <a:lnTo>
                    <a:pt x="5064620" y="1468110"/>
                  </a:lnTo>
                  <a:lnTo>
                    <a:pt x="5064620" y="1472809"/>
                  </a:lnTo>
                  <a:close/>
                </a:path>
                <a:path w="5313680" h="1473200">
                  <a:moveTo>
                    <a:pt x="5064620" y="1472809"/>
                  </a:moveTo>
                  <a:lnTo>
                    <a:pt x="5064620" y="1468110"/>
                  </a:lnTo>
                  <a:lnTo>
                    <a:pt x="5110632" y="1468110"/>
                  </a:lnTo>
                  <a:lnTo>
                    <a:pt x="5064620" y="1472809"/>
                  </a:lnTo>
                  <a:close/>
                </a:path>
              </a:pathLst>
            </a:custGeom>
            <a:solidFill>
              <a:srgbClr val="DBE3E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6309420" y="3428932"/>
              <a:ext cx="73660" cy="23495"/>
            </a:xfrm>
            <a:custGeom>
              <a:avLst/>
              <a:gdLst/>
              <a:ahLst/>
              <a:cxnLst/>
              <a:rect l="l" t="t" r="r" b="b"/>
              <a:pathLst>
                <a:path w="73660" h="23495">
                  <a:moveTo>
                    <a:pt x="0" y="23114"/>
                  </a:moveTo>
                  <a:lnTo>
                    <a:pt x="73151" y="23114"/>
                  </a:lnTo>
                  <a:lnTo>
                    <a:pt x="73151" y="0"/>
                  </a:lnTo>
                  <a:lnTo>
                    <a:pt x="0" y="0"/>
                  </a:lnTo>
                  <a:lnTo>
                    <a:pt x="0" y="23114"/>
                  </a:lnTo>
                  <a:close/>
                </a:path>
              </a:pathLst>
            </a:custGeom>
            <a:solidFill>
              <a:srgbClr val="000000">
                <a:alpha val="348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6309420" y="1965893"/>
              <a:ext cx="73660" cy="1463040"/>
            </a:xfrm>
            <a:custGeom>
              <a:avLst/>
              <a:gdLst/>
              <a:ahLst/>
              <a:cxnLst/>
              <a:rect l="l" t="t" r="r" b="b"/>
              <a:pathLst>
                <a:path w="73660" h="1463039">
                  <a:moveTo>
                    <a:pt x="73151" y="1463039"/>
                  </a:moveTo>
                  <a:lnTo>
                    <a:pt x="0" y="1463039"/>
                  </a:lnTo>
                  <a:lnTo>
                    <a:pt x="0" y="0"/>
                  </a:lnTo>
                  <a:lnTo>
                    <a:pt x="73151" y="0"/>
                  </a:lnTo>
                  <a:lnTo>
                    <a:pt x="73151" y="1463039"/>
                  </a:lnTo>
                  <a:close/>
                </a:path>
              </a:pathLst>
            </a:custGeom>
            <a:solidFill>
              <a:srgbClr val="6F4B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/>
          <p:cNvSpPr txBox="1"/>
          <p:nvPr/>
        </p:nvSpPr>
        <p:spPr>
          <a:xfrm>
            <a:off x="6598411" y="2212768"/>
            <a:ext cx="4610100" cy="826135"/>
          </a:xfrm>
          <a:prstGeom prst="rect">
            <a:avLst/>
          </a:prstGeom>
        </p:spPr>
        <p:txBody>
          <a:bodyPr wrap="square" lIns="0" tIns="565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dirty="0" sz="1700" spc="-20" b="1" i="1">
                <a:solidFill>
                  <a:srgbClr val="092649"/>
                </a:solidFill>
                <a:latin typeface="Arial"/>
                <a:cs typeface="Arial"/>
              </a:rPr>
              <a:t>Goal-</a:t>
            </a:r>
            <a:r>
              <a:rPr dirty="0" sz="1700" b="1" i="1">
                <a:solidFill>
                  <a:srgbClr val="092649"/>
                </a:solidFill>
                <a:latin typeface="Arial"/>
                <a:cs typeface="Arial"/>
              </a:rPr>
              <a:t>Driven</a:t>
            </a:r>
            <a:r>
              <a:rPr dirty="0" sz="1700" spc="-10" b="1" i="1">
                <a:solidFill>
                  <a:srgbClr val="092649"/>
                </a:solidFill>
                <a:latin typeface="Arial"/>
                <a:cs typeface="Arial"/>
              </a:rPr>
              <a:t> Reasoning</a:t>
            </a:r>
            <a:endParaRPr sz="1700">
              <a:latin typeface="Arial"/>
              <a:cs typeface="Arial"/>
            </a:endParaRPr>
          </a:p>
          <a:p>
            <a:pPr marL="12700" marR="5080">
              <a:lnSpc>
                <a:spcPct val="116100"/>
              </a:lnSpc>
              <a:spcBef>
                <a:spcPts val="15"/>
              </a:spcBef>
            </a:pPr>
            <a:r>
              <a:rPr dirty="0" sz="1400">
                <a:solidFill>
                  <a:srgbClr val="161D29"/>
                </a:solidFill>
                <a:latin typeface="Arial MT"/>
                <a:cs typeface="Arial MT"/>
              </a:rPr>
              <a:t>AI</a:t>
            </a:r>
            <a:r>
              <a:rPr dirty="0" sz="1400" spc="-30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61D29"/>
                </a:solidFill>
                <a:latin typeface="Arial MT"/>
                <a:cs typeface="Arial MT"/>
              </a:rPr>
              <a:t>ranks</a:t>
            </a:r>
            <a:r>
              <a:rPr dirty="0" sz="1400" spc="-30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61D29"/>
                </a:solidFill>
                <a:latin typeface="Arial MT"/>
                <a:cs typeface="Arial MT"/>
              </a:rPr>
              <a:t>parking</a:t>
            </a:r>
            <a:r>
              <a:rPr dirty="0" sz="1400" spc="-25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61D29"/>
                </a:solidFill>
                <a:latin typeface="Arial MT"/>
                <a:cs typeface="Arial MT"/>
              </a:rPr>
              <a:t>options</a:t>
            </a:r>
            <a:r>
              <a:rPr dirty="0" sz="1400" spc="-30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61D29"/>
                </a:solidFill>
                <a:latin typeface="Arial MT"/>
                <a:cs typeface="Arial MT"/>
              </a:rPr>
              <a:t>and</a:t>
            </a:r>
            <a:r>
              <a:rPr dirty="0" sz="1400" spc="-30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61D29"/>
                </a:solidFill>
                <a:latin typeface="Arial MT"/>
                <a:cs typeface="Arial MT"/>
              </a:rPr>
              <a:t>produces</a:t>
            </a:r>
            <a:r>
              <a:rPr dirty="0" sz="1400" spc="-25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61D29"/>
                </a:solidFill>
                <a:latin typeface="Arial MT"/>
                <a:cs typeface="Arial MT"/>
              </a:rPr>
              <a:t>actionable</a:t>
            </a:r>
            <a:r>
              <a:rPr dirty="0" sz="1400" spc="-30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400" spc="-10">
                <a:solidFill>
                  <a:srgbClr val="161D29"/>
                </a:solidFill>
                <a:latin typeface="Arial MT"/>
                <a:cs typeface="Arial MT"/>
              </a:rPr>
              <a:t>demand </a:t>
            </a:r>
            <a:r>
              <a:rPr dirty="0" sz="1400">
                <a:solidFill>
                  <a:srgbClr val="161D29"/>
                </a:solidFill>
                <a:latin typeface="Arial MT"/>
                <a:cs typeface="Arial MT"/>
              </a:rPr>
              <a:t>or</a:t>
            </a:r>
            <a:r>
              <a:rPr dirty="0" sz="1400" spc="-25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61D29"/>
                </a:solidFill>
                <a:latin typeface="Arial MT"/>
                <a:cs typeface="Arial MT"/>
              </a:rPr>
              <a:t>pricing</a:t>
            </a:r>
            <a:r>
              <a:rPr dirty="0" sz="1400" spc="-20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400" spc="-10">
                <a:solidFill>
                  <a:srgbClr val="161D29"/>
                </a:solidFill>
                <a:latin typeface="Arial MT"/>
                <a:cs typeface="Arial MT"/>
              </a:rPr>
              <a:t>insights.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80915" y="3789875"/>
            <a:ext cx="5313680" cy="1496060"/>
            <a:chOff x="680915" y="3789875"/>
            <a:chExt cx="5313680" cy="1496060"/>
          </a:xfrm>
        </p:grpSpPr>
        <p:sp>
          <p:nvSpPr>
            <p:cNvPr id="10" name="object 10"/>
            <p:cNvSpPr/>
            <p:nvPr/>
          </p:nvSpPr>
          <p:spPr>
            <a:xfrm>
              <a:off x="680915" y="3812981"/>
              <a:ext cx="5313680" cy="1473200"/>
            </a:xfrm>
            <a:custGeom>
              <a:avLst/>
              <a:gdLst/>
              <a:ahLst/>
              <a:cxnLst/>
              <a:rect l="l" t="t" r="r" b="b"/>
              <a:pathLst>
                <a:path w="5313680" h="1473200">
                  <a:moveTo>
                    <a:pt x="5067796" y="1472695"/>
                  </a:moveTo>
                  <a:lnTo>
                    <a:pt x="245609" y="1472695"/>
                  </a:lnTo>
                  <a:lnTo>
                    <a:pt x="196489" y="1467664"/>
                  </a:lnTo>
                  <a:lnTo>
                    <a:pt x="150575" y="1453263"/>
                  </a:lnTo>
                  <a:lnTo>
                    <a:pt x="108821" y="1430511"/>
                  </a:lnTo>
                  <a:lnTo>
                    <a:pt x="72391" y="1400428"/>
                  </a:lnTo>
                  <a:lnTo>
                    <a:pt x="42292" y="1364034"/>
                  </a:lnTo>
                  <a:lnTo>
                    <a:pt x="19537" y="1322350"/>
                  </a:lnTo>
                  <a:lnTo>
                    <a:pt x="5141" y="1276399"/>
                  </a:lnTo>
                  <a:lnTo>
                    <a:pt x="0" y="1227200"/>
                  </a:lnTo>
                  <a:lnTo>
                    <a:pt x="0" y="245490"/>
                  </a:lnTo>
                  <a:lnTo>
                    <a:pt x="5140" y="196255"/>
                  </a:lnTo>
                  <a:lnTo>
                    <a:pt x="19527" y="150286"/>
                  </a:lnTo>
                  <a:lnTo>
                    <a:pt x="42264" y="108600"/>
                  </a:lnTo>
                  <a:lnTo>
                    <a:pt x="72333" y="72215"/>
                  </a:lnTo>
                  <a:lnTo>
                    <a:pt x="108719" y="42145"/>
                  </a:lnTo>
                  <a:lnTo>
                    <a:pt x="150405" y="19409"/>
                  </a:lnTo>
                  <a:lnTo>
                    <a:pt x="196373" y="5021"/>
                  </a:lnTo>
                  <a:lnTo>
                    <a:pt x="245609" y="0"/>
                  </a:lnTo>
                  <a:lnTo>
                    <a:pt x="5067796" y="0"/>
                  </a:lnTo>
                  <a:lnTo>
                    <a:pt x="5116995" y="5021"/>
                  </a:lnTo>
                  <a:lnTo>
                    <a:pt x="5162946" y="19409"/>
                  </a:lnTo>
                  <a:lnTo>
                    <a:pt x="5204630" y="42145"/>
                  </a:lnTo>
                  <a:lnTo>
                    <a:pt x="5241024" y="72215"/>
                  </a:lnTo>
                  <a:lnTo>
                    <a:pt x="5271107" y="108600"/>
                  </a:lnTo>
                  <a:lnTo>
                    <a:pt x="5293860" y="150286"/>
                  </a:lnTo>
                  <a:lnTo>
                    <a:pt x="5308260" y="196255"/>
                  </a:lnTo>
                  <a:lnTo>
                    <a:pt x="5313287" y="245490"/>
                  </a:lnTo>
                  <a:lnTo>
                    <a:pt x="5313287" y="1227200"/>
                  </a:lnTo>
                  <a:lnTo>
                    <a:pt x="5308265" y="1276399"/>
                  </a:lnTo>
                  <a:lnTo>
                    <a:pt x="5293877" y="1322350"/>
                  </a:lnTo>
                  <a:lnTo>
                    <a:pt x="5271141" y="1364034"/>
                  </a:lnTo>
                  <a:lnTo>
                    <a:pt x="5241071" y="1400428"/>
                  </a:lnTo>
                  <a:lnTo>
                    <a:pt x="5204685" y="1430511"/>
                  </a:lnTo>
                  <a:lnTo>
                    <a:pt x="5163000" y="1453263"/>
                  </a:lnTo>
                  <a:lnTo>
                    <a:pt x="5117031" y="1467664"/>
                  </a:lnTo>
                  <a:lnTo>
                    <a:pt x="5067796" y="1472695"/>
                  </a:lnTo>
                  <a:close/>
                </a:path>
              </a:pathLst>
            </a:custGeom>
            <a:solidFill>
              <a:srgbClr val="000000">
                <a:alpha val="348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685733" y="3794820"/>
              <a:ext cx="5303520" cy="1463040"/>
            </a:xfrm>
            <a:custGeom>
              <a:avLst/>
              <a:gdLst/>
              <a:ahLst/>
              <a:cxnLst/>
              <a:rect l="l" t="t" r="r" b="b"/>
              <a:pathLst>
                <a:path w="5303520" h="1463039">
                  <a:moveTo>
                    <a:pt x="5059676" y="1463039"/>
                  </a:moveTo>
                  <a:lnTo>
                    <a:pt x="243966" y="1463039"/>
                  </a:lnTo>
                  <a:lnTo>
                    <a:pt x="195093" y="1458046"/>
                  </a:lnTo>
                  <a:lnTo>
                    <a:pt x="149449" y="1443744"/>
                  </a:lnTo>
                  <a:lnTo>
                    <a:pt x="108045" y="1421147"/>
                  </a:lnTo>
                  <a:lnTo>
                    <a:pt x="71897" y="1391268"/>
                  </a:lnTo>
                  <a:lnTo>
                    <a:pt x="42018" y="1355120"/>
                  </a:lnTo>
                  <a:lnTo>
                    <a:pt x="19421" y="1313716"/>
                  </a:lnTo>
                  <a:lnTo>
                    <a:pt x="5119" y="1268072"/>
                  </a:lnTo>
                  <a:lnTo>
                    <a:pt x="127" y="1219199"/>
                  </a:lnTo>
                  <a:lnTo>
                    <a:pt x="0" y="243839"/>
                  </a:lnTo>
                  <a:lnTo>
                    <a:pt x="4992" y="194967"/>
                  </a:lnTo>
                  <a:lnTo>
                    <a:pt x="19294" y="149322"/>
                  </a:lnTo>
                  <a:lnTo>
                    <a:pt x="41891" y="107918"/>
                  </a:lnTo>
                  <a:lnTo>
                    <a:pt x="71770" y="71770"/>
                  </a:lnTo>
                  <a:lnTo>
                    <a:pt x="107918" y="41891"/>
                  </a:lnTo>
                  <a:lnTo>
                    <a:pt x="149322" y="19294"/>
                  </a:lnTo>
                  <a:lnTo>
                    <a:pt x="194966" y="4992"/>
                  </a:lnTo>
                  <a:lnTo>
                    <a:pt x="243839" y="0"/>
                  </a:lnTo>
                  <a:lnTo>
                    <a:pt x="5059676" y="0"/>
                  </a:lnTo>
                  <a:lnTo>
                    <a:pt x="5108549" y="4992"/>
                  </a:lnTo>
                  <a:lnTo>
                    <a:pt x="5154194" y="19294"/>
                  </a:lnTo>
                  <a:lnTo>
                    <a:pt x="5195597" y="41891"/>
                  </a:lnTo>
                  <a:lnTo>
                    <a:pt x="5231745" y="71770"/>
                  </a:lnTo>
                  <a:lnTo>
                    <a:pt x="5261624" y="107918"/>
                  </a:lnTo>
                  <a:lnTo>
                    <a:pt x="5284222" y="149322"/>
                  </a:lnTo>
                  <a:lnTo>
                    <a:pt x="5298523" y="194967"/>
                  </a:lnTo>
                  <a:lnTo>
                    <a:pt x="5303516" y="243839"/>
                  </a:lnTo>
                  <a:lnTo>
                    <a:pt x="5303516" y="1219199"/>
                  </a:lnTo>
                  <a:lnTo>
                    <a:pt x="5298523" y="1268072"/>
                  </a:lnTo>
                  <a:lnTo>
                    <a:pt x="5284222" y="1313716"/>
                  </a:lnTo>
                  <a:lnTo>
                    <a:pt x="5261624" y="1355120"/>
                  </a:lnTo>
                  <a:lnTo>
                    <a:pt x="5231745" y="1391268"/>
                  </a:lnTo>
                  <a:lnTo>
                    <a:pt x="5195597" y="1421147"/>
                  </a:lnTo>
                  <a:lnTo>
                    <a:pt x="5154194" y="1443744"/>
                  </a:lnTo>
                  <a:lnTo>
                    <a:pt x="5108549" y="1458046"/>
                  </a:lnTo>
                  <a:lnTo>
                    <a:pt x="5059676" y="1463039"/>
                  </a:lnTo>
                  <a:close/>
                </a:path>
              </a:pathLst>
            </a:custGeom>
            <a:solidFill>
              <a:srgbClr val="F4F7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680915" y="3789875"/>
              <a:ext cx="5313680" cy="1473200"/>
            </a:xfrm>
            <a:custGeom>
              <a:avLst/>
              <a:gdLst/>
              <a:ahLst/>
              <a:cxnLst/>
              <a:rect l="l" t="t" r="r" b="b"/>
              <a:pathLst>
                <a:path w="5313680" h="1473200">
                  <a:moveTo>
                    <a:pt x="248784" y="1472809"/>
                  </a:moveTo>
                  <a:lnTo>
                    <a:pt x="199344" y="1467719"/>
                  </a:lnTo>
                  <a:lnTo>
                    <a:pt x="199071" y="1467719"/>
                  </a:lnTo>
                  <a:lnTo>
                    <a:pt x="152620" y="1453136"/>
                  </a:lnTo>
                  <a:lnTo>
                    <a:pt x="110339" y="1430094"/>
                  </a:lnTo>
                  <a:lnTo>
                    <a:pt x="73436" y="1399625"/>
                  </a:lnTo>
                  <a:lnTo>
                    <a:pt x="42932" y="1362763"/>
                  </a:lnTo>
                  <a:lnTo>
                    <a:pt x="19859" y="1320540"/>
                  </a:lnTo>
                  <a:lnTo>
                    <a:pt x="5248" y="1273989"/>
                  </a:lnTo>
                  <a:lnTo>
                    <a:pt x="131" y="1224143"/>
                  </a:lnTo>
                  <a:lnTo>
                    <a:pt x="0" y="248784"/>
                  </a:lnTo>
                  <a:lnTo>
                    <a:pt x="5208" y="198938"/>
                  </a:lnTo>
                  <a:lnTo>
                    <a:pt x="19791" y="152387"/>
                  </a:lnTo>
                  <a:lnTo>
                    <a:pt x="42833" y="110164"/>
                  </a:lnTo>
                  <a:lnTo>
                    <a:pt x="73302" y="73302"/>
                  </a:lnTo>
                  <a:lnTo>
                    <a:pt x="110164" y="42833"/>
                  </a:lnTo>
                  <a:lnTo>
                    <a:pt x="152387" y="19791"/>
                  </a:lnTo>
                  <a:lnTo>
                    <a:pt x="198938" y="5209"/>
                  </a:lnTo>
                  <a:lnTo>
                    <a:pt x="248784" y="0"/>
                  </a:lnTo>
                  <a:lnTo>
                    <a:pt x="248784" y="4817"/>
                  </a:lnTo>
                  <a:lnTo>
                    <a:pt x="5110632" y="4817"/>
                  </a:lnTo>
                  <a:lnTo>
                    <a:pt x="5114466" y="5209"/>
                  </a:lnTo>
                  <a:lnTo>
                    <a:pt x="5128622" y="9643"/>
                  </a:lnTo>
                  <a:lnTo>
                    <a:pt x="248784" y="9643"/>
                  </a:lnTo>
                  <a:lnTo>
                    <a:pt x="200842" y="14538"/>
                  </a:lnTo>
                  <a:lnTo>
                    <a:pt x="156072" y="28560"/>
                  </a:lnTo>
                  <a:lnTo>
                    <a:pt x="115466" y="50717"/>
                  </a:lnTo>
                  <a:lnTo>
                    <a:pt x="80017" y="80017"/>
                  </a:lnTo>
                  <a:lnTo>
                    <a:pt x="50717" y="115466"/>
                  </a:lnTo>
                  <a:lnTo>
                    <a:pt x="28560" y="156072"/>
                  </a:lnTo>
                  <a:lnTo>
                    <a:pt x="14538" y="200842"/>
                  </a:lnTo>
                  <a:lnTo>
                    <a:pt x="9643" y="248784"/>
                  </a:lnTo>
                  <a:lnTo>
                    <a:pt x="9643" y="1224143"/>
                  </a:lnTo>
                  <a:lnTo>
                    <a:pt x="14538" y="1272085"/>
                  </a:lnTo>
                  <a:lnTo>
                    <a:pt x="28560" y="1316855"/>
                  </a:lnTo>
                  <a:lnTo>
                    <a:pt x="50717" y="1357461"/>
                  </a:lnTo>
                  <a:lnTo>
                    <a:pt x="80017" y="1392910"/>
                  </a:lnTo>
                  <a:lnTo>
                    <a:pt x="115466" y="1422210"/>
                  </a:lnTo>
                  <a:lnTo>
                    <a:pt x="156072" y="1444367"/>
                  </a:lnTo>
                  <a:lnTo>
                    <a:pt x="200842" y="1458389"/>
                  </a:lnTo>
                  <a:lnTo>
                    <a:pt x="248784" y="1463284"/>
                  </a:lnTo>
                  <a:lnTo>
                    <a:pt x="5128622" y="1463284"/>
                  </a:lnTo>
                  <a:lnTo>
                    <a:pt x="5114466" y="1467719"/>
                  </a:lnTo>
                  <a:lnTo>
                    <a:pt x="5110631" y="1468110"/>
                  </a:lnTo>
                  <a:lnTo>
                    <a:pt x="248784" y="1468110"/>
                  </a:lnTo>
                  <a:lnTo>
                    <a:pt x="248784" y="1472809"/>
                  </a:lnTo>
                  <a:close/>
                </a:path>
                <a:path w="5313680" h="1473200">
                  <a:moveTo>
                    <a:pt x="5064620" y="4817"/>
                  </a:moveTo>
                  <a:lnTo>
                    <a:pt x="248784" y="4817"/>
                  </a:lnTo>
                  <a:lnTo>
                    <a:pt x="248784" y="0"/>
                  </a:lnTo>
                  <a:lnTo>
                    <a:pt x="5064620" y="0"/>
                  </a:lnTo>
                  <a:lnTo>
                    <a:pt x="5064620" y="4817"/>
                  </a:lnTo>
                  <a:close/>
                </a:path>
                <a:path w="5313680" h="1473200">
                  <a:moveTo>
                    <a:pt x="5110632" y="4817"/>
                  </a:moveTo>
                  <a:lnTo>
                    <a:pt x="5064620" y="4817"/>
                  </a:lnTo>
                  <a:lnTo>
                    <a:pt x="5064620" y="0"/>
                  </a:lnTo>
                  <a:lnTo>
                    <a:pt x="5063458" y="0"/>
                  </a:lnTo>
                  <a:lnTo>
                    <a:pt x="5110632" y="4817"/>
                  </a:lnTo>
                  <a:close/>
                </a:path>
                <a:path w="5313680" h="1473200">
                  <a:moveTo>
                    <a:pt x="5128622" y="1463284"/>
                  </a:moveTo>
                  <a:lnTo>
                    <a:pt x="5064620" y="1463284"/>
                  </a:lnTo>
                  <a:lnTo>
                    <a:pt x="5112562" y="1458389"/>
                  </a:lnTo>
                  <a:lnTo>
                    <a:pt x="5157332" y="1444367"/>
                  </a:lnTo>
                  <a:lnTo>
                    <a:pt x="5197938" y="1422210"/>
                  </a:lnTo>
                  <a:lnTo>
                    <a:pt x="5233388" y="1392910"/>
                  </a:lnTo>
                  <a:lnTo>
                    <a:pt x="5262687" y="1357461"/>
                  </a:lnTo>
                  <a:lnTo>
                    <a:pt x="5284844" y="1316855"/>
                  </a:lnTo>
                  <a:lnTo>
                    <a:pt x="5298867" y="1272085"/>
                  </a:lnTo>
                  <a:lnTo>
                    <a:pt x="5303761" y="1224143"/>
                  </a:lnTo>
                  <a:lnTo>
                    <a:pt x="5303761" y="248784"/>
                  </a:lnTo>
                  <a:lnTo>
                    <a:pt x="5298867" y="200842"/>
                  </a:lnTo>
                  <a:lnTo>
                    <a:pt x="5284844" y="156072"/>
                  </a:lnTo>
                  <a:lnTo>
                    <a:pt x="5262687" y="115466"/>
                  </a:lnTo>
                  <a:lnTo>
                    <a:pt x="5233388" y="80017"/>
                  </a:lnTo>
                  <a:lnTo>
                    <a:pt x="5197938" y="50717"/>
                  </a:lnTo>
                  <a:lnTo>
                    <a:pt x="5157332" y="28560"/>
                  </a:lnTo>
                  <a:lnTo>
                    <a:pt x="5112562" y="14538"/>
                  </a:lnTo>
                  <a:lnTo>
                    <a:pt x="5064620" y="9643"/>
                  </a:lnTo>
                  <a:lnTo>
                    <a:pt x="5128622" y="9643"/>
                  </a:lnTo>
                  <a:lnTo>
                    <a:pt x="5203240" y="42833"/>
                  </a:lnTo>
                  <a:lnTo>
                    <a:pt x="5240103" y="73302"/>
                  </a:lnTo>
                  <a:lnTo>
                    <a:pt x="5270571" y="110164"/>
                  </a:lnTo>
                  <a:lnTo>
                    <a:pt x="5293613" y="152387"/>
                  </a:lnTo>
                  <a:lnTo>
                    <a:pt x="5308196" y="198938"/>
                  </a:lnTo>
                  <a:lnTo>
                    <a:pt x="5313286" y="248784"/>
                  </a:lnTo>
                  <a:lnTo>
                    <a:pt x="5313286" y="1224143"/>
                  </a:lnTo>
                  <a:lnTo>
                    <a:pt x="5308196" y="1273989"/>
                  </a:lnTo>
                  <a:lnTo>
                    <a:pt x="5293613" y="1320540"/>
                  </a:lnTo>
                  <a:lnTo>
                    <a:pt x="5270571" y="1362763"/>
                  </a:lnTo>
                  <a:lnTo>
                    <a:pt x="5240103" y="1399625"/>
                  </a:lnTo>
                  <a:lnTo>
                    <a:pt x="5203240" y="1430094"/>
                  </a:lnTo>
                  <a:lnTo>
                    <a:pt x="5161017" y="1453136"/>
                  </a:lnTo>
                  <a:lnTo>
                    <a:pt x="5128622" y="1463284"/>
                  </a:lnTo>
                  <a:close/>
                </a:path>
                <a:path w="5313680" h="1473200">
                  <a:moveTo>
                    <a:pt x="5064620" y="1472809"/>
                  </a:moveTo>
                  <a:lnTo>
                    <a:pt x="248784" y="1472809"/>
                  </a:lnTo>
                  <a:lnTo>
                    <a:pt x="248784" y="1468110"/>
                  </a:lnTo>
                  <a:lnTo>
                    <a:pt x="5064620" y="1468110"/>
                  </a:lnTo>
                  <a:lnTo>
                    <a:pt x="5064620" y="1472809"/>
                  </a:lnTo>
                  <a:close/>
                </a:path>
                <a:path w="5313680" h="1473200">
                  <a:moveTo>
                    <a:pt x="5064620" y="1472809"/>
                  </a:moveTo>
                  <a:lnTo>
                    <a:pt x="5064620" y="1468110"/>
                  </a:lnTo>
                  <a:lnTo>
                    <a:pt x="5110631" y="1468110"/>
                  </a:lnTo>
                  <a:lnTo>
                    <a:pt x="5064620" y="1472809"/>
                  </a:lnTo>
                  <a:close/>
                </a:path>
              </a:pathLst>
            </a:custGeom>
            <a:solidFill>
              <a:srgbClr val="DBE3E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685860" y="5257732"/>
              <a:ext cx="73660" cy="23495"/>
            </a:xfrm>
            <a:custGeom>
              <a:avLst/>
              <a:gdLst/>
              <a:ahLst/>
              <a:cxnLst/>
              <a:rect l="l" t="t" r="r" b="b"/>
              <a:pathLst>
                <a:path w="73659" h="23495">
                  <a:moveTo>
                    <a:pt x="0" y="23114"/>
                  </a:moveTo>
                  <a:lnTo>
                    <a:pt x="73151" y="23114"/>
                  </a:lnTo>
                  <a:lnTo>
                    <a:pt x="73151" y="0"/>
                  </a:lnTo>
                  <a:lnTo>
                    <a:pt x="0" y="0"/>
                  </a:lnTo>
                  <a:lnTo>
                    <a:pt x="0" y="23114"/>
                  </a:lnTo>
                  <a:close/>
                </a:path>
              </a:pathLst>
            </a:custGeom>
            <a:solidFill>
              <a:srgbClr val="000000">
                <a:alpha val="348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685860" y="3794693"/>
              <a:ext cx="73660" cy="1463040"/>
            </a:xfrm>
            <a:custGeom>
              <a:avLst/>
              <a:gdLst/>
              <a:ahLst/>
              <a:cxnLst/>
              <a:rect l="l" t="t" r="r" b="b"/>
              <a:pathLst>
                <a:path w="73659" h="1463039">
                  <a:moveTo>
                    <a:pt x="73151" y="1463039"/>
                  </a:moveTo>
                  <a:lnTo>
                    <a:pt x="0" y="1463039"/>
                  </a:lnTo>
                  <a:lnTo>
                    <a:pt x="0" y="0"/>
                  </a:lnTo>
                  <a:lnTo>
                    <a:pt x="73151" y="0"/>
                  </a:lnTo>
                  <a:lnTo>
                    <a:pt x="73151" y="1463039"/>
                  </a:lnTo>
                  <a:close/>
                </a:path>
              </a:pathLst>
            </a:custGeom>
            <a:solidFill>
              <a:srgbClr val="1A905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/>
          <p:cNvSpPr txBox="1"/>
          <p:nvPr/>
        </p:nvSpPr>
        <p:spPr>
          <a:xfrm>
            <a:off x="974851" y="4041578"/>
            <a:ext cx="4441825" cy="826135"/>
          </a:xfrm>
          <a:prstGeom prst="rect">
            <a:avLst/>
          </a:prstGeom>
        </p:spPr>
        <p:txBody>
          <a:bodyPr wrap="square" lIns="0" tIns="565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dirty="0" sz="1700" b="1" i="1">
                <a:solidFill>
                  <a:srgbClr val="092649"/>
                </a:solidFill>
                <a:latin typeface="Arial"/>
                <a:cs typeface="Arial"/>
              </a:rPr>
              <a:t>Adaptive</a:t>
            </a:r>
            <a:r>
              <a:rPr dirty="0" sz="1700" spc="-70" b="1" i="1">
                <a:solidFill>
                  <a:srgbClr val="092649"/>
                </a:solidFill>
                <a:latin typeface="Arial"/>
                <a:cs typeface="Arial"/>
              </a:rPr>
              <a:t> </a:t>
            </a:r>
            <a:r>
              <a:rPr dirty="0" sz="1700" spc="-10" b="1" i="1">
                <a:solidFill>
                  <a:srgbClr val="092649"/>
                </a:solidFill>
                <a:latin typeface="Arial"/>
                <a:cs typeface="Arial"/>
              </a:rPr>
              <a:t>Decisions</a:t>
            </a:r>
            <a:endParaRPr sz="1700">
              <a:latin typeface="Arial"/>
              <a:cs typeface="Arial"/>
            </a:endParaRPr>
          </a:p>
          <a:p>
            <a:pPr marL="12700" marR="5080">
              <a:lnSpc>
                <a:spcPct val="116100"/>
              </a:lnSpc>
              <a:spcBef>
                <a:spcPts val="15"/>
              </a:spcBef>
            </a:pPr>
            <a:r>
              <a:rPr dirty="0" sz="1400">
                <a:solidFill>
                  <a:srgbClr val="161D29"/>
                </a:solidFill>
                <a:latin typeface="Arial MT"/>
                <a:cs typeface="Arial MT"/>
              </a:rPr>
              <a:t>Recommendations</a:t>
            </a:r>
            <a:r>
              <a:rPr dirty="0" sz="1400" spc="-40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61D29"/>
                </a:solidFill>
                <a:latin typeface="Arial MT"/>
                <a:cs typeface="Arial MT"/>
              </a:rPr>
              <a:t>can</a:t>
            </a:r>
            <a:r>
              <a:rPr dirty="0" sz="1400" spc="-40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61D29"/>
                </a:solidFill>
                <a:latin typeface="Arial MT"/>
                <a:cs typeface="Arial MT"/>
              </a:rPr>
              <a:t>change</a:t>
            </a:r>
            <a:r>
              <a:rPr dirty="0" sz="1400" spc="-40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61D29"/>
                </a:solidFill>
                <a:latin typeface="Arial MT"/>
                <a:cs typeface="Arial MT"/>
              </a:rPr>
              <a:t>as</a:t>
            </a:r>
            <a:r>
              <a:rPr dirty="0" sz="1400" spc="-40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61D29"/>
                </a:solidFill>
                <a:latin typeface="Arial MT"/>
                <a:cs typeface="Arial MT"/>
              </a:rPr>
              <a:t>availability,</a:t>
            </a:r>
            <a:r>
              <a:rPr dirty="0" sz="1400" spc="-40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400" spc="-10">
                <a:solidFill>
                  <a:srgbClr val="161D29"/>
                </a:solidFill>
                <a:latin typeface="Arial MT"/>
                <a:cs typeface="Arial MT"/>
              </a:rPr>
              <a:t>bookings, </a:t>
            </a:r>
            <a:r>
              <a:rPr dirty="0" sz="1400">
                <a:solidFill>
                  <a:srgbClr val="161D29"/>
                </a:solidFill>
                <a:latin typeface="Arial MT"/>
                <a:cs typeface="Arial MT"/>
              </a:rPr>
              <a:t>and</a:t>
            </a:r>
            <a:r>
              <a:rPr dirty="0" sz="1400" spc="-30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61D29"/>
                </a:solidFill>
                <a:latin typeface="Arial MT"/>
                <a:cs typeface="Arial MT"/>
              </a:rPr>
              <a:t>platform</a:t>
            </a:r>
            <a:r>
              <a:rPr dirty="0" sz="1400" spc="-25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61D29"/>
                </a:solidFill>
                <a:latin typeface="Arial MT"/>
                <a:cs typeface="Arial MT"/>
              </a:rPr>
              <a:t>context</a:t>
            </a:r>
            <a:r>
              <a:rPr dirty="0" sz="1400" spc="-25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400" spc="-10">
                <a:solidFill>
                  <a:srgbClr val="161D29"/>
                </a:solidFill>
                <a:latin typeface="Arial MT"/>
                <a:cs typeface="Arial MT"/>
              </a:rPr>
              <a:t>change.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6304475" y="3789875"/>
            <a:ext cx="5313680" cy="1496060"/>
            <a:chOff x="6304475" y="3789875"/>
            <a:chExt cx="5313680" cy="1496060"/>
          </a:xfrm>
        </p:grpSpPr>
        <p:sp>
          <p:nvSpPr>
            <p:cNvPr id="22" name="object 22"/>
            <p:cNvSpPr/>
            <p:nvPr/>
          </p:nvSpPr>
          <p:spPr>
            <a:xfrm>
              <a:off x="6304475" y="3812981"/>
              <a:ext cx="5313680" cy="1473200"/>
            </a:xfrm>
            <a:custGeom>
              <a:avLst/>
              <a:gdLst/>
              <a:ahLst/>
              <a:cxnLst/>
              <a:rect l="l" t="t" r="r" b="b"/>
              <a:pathLst>
                <a:path w="5313680" h="1473200">
                  <a:moveTo>
                    <a:pt x="5067795" y="1472695"/>
                  </a:moveTo>
                  <a:lnTo>
                    <a:pt x="245609" y="1472695"/>
                  </a:lnTo>
                  <a:lnTo>
                    <a:pt x="196489" y="1467664"/>
                  </a:lnTo>
                  <a:lnTo>
                    <a:pt x="150575" y="1453263"/>
                  </a:lnTo>
                  <a:lnTo>
                    <a:pt x="108821" y="1430511"/>
                  </a:lnTo>
                  <a:lnTo>
                    <a:pt x="72391" y="1400428"/>
                  </a:lnTo>
                  <a:lnTo>
                    <a:pt x="42291" y="1364034"/>
                  </a:lnTo>
                  <a:lnTo>
                    <a:pt x="19537" y="1322350"/>
                  </a:lnTo>
                  <a:lnTo>
                    <a:pt x="5141" y="1276399"/>
                  </a:lnTo>
                  <a:lnTo>
                    <a:pt x="0" y="1227200"/>
                  </a:lnTo>
                  <a:lnTo>
                    <a:pt x="0" y="245490"/>
                  </a:lnTo>
                  <a:lnTo>
                    <a:pt x="5139" y="196255"/>
                  </a:lnTo>
                  <a:lnTo>
                    <a:pt x="19527" y="150286"/>
                  </a:lnTo>
                  <a:lnTo>
                    <a:pt x="42264" y="108600"/>
                  </a:lnTo>
                  <a:lnTo>
                    <a:pt x="72333" y="72215"/>
                  </a:lnTo>
                  <a:lnTo>
                    <a:pt x="108719" y="42145"/>
                  </a:lnTo>
                  <a:lnTo>
                    <a:pt x="150404" y="19409"/>
                  </a:lnTo>
                  <a:lnTo>
                    <a:pt x="196373" y="5021"/>
                  </a:lnTo>
                  <a:lnTo>
                    <a:pt x="245609" y="0"/>
                  </a:lnTo>
                  <a:lnTo>
                    <a:pt x="5067795" y="0"/>
                  </a:lnTo>
                  <a:lnTo>
                    <a:pt x="5116994" y="5021"/>
                  </a:lnTo>
                  <a:lnTo>
                    <a:pt x="5162946" y="19409"/>
                  </a:lnTo>
                  <a:lnTo>
                    <a:pt x="5204629" y="42145"/>
                  </a:lnTo>
                  <a:lnTo>
                    <a:pt x="5241023" y="72215"/>
                  </a:lnTo>
                  <a:lnTo>
                    <a:pt x="5271107" y="108600"/>
                  </a:lnTo>
                  <a:lnTo>
                    <a:pt x="5293859" y="150286"/>
                  </a:lnTo>
                  <a:lnTo>
                    <a:pt x="5308259" y="196255"/>
                  </a:lnTo>
                  <a:lnTo>
                    <a:pt x="5313286" y="245490"/>
                  </a:lnTo>
                  <a:lnTo>
                    <a:pt x="5313286" y="1227200"/>
                  </a:lnTo>
                  <a:lnTo>
                    <a:pt x="5308264" y="1276399"/>
                  </a:lnTo>
                  <a:lnTo>
                    <a:pt x="5293877" y="1322350"/>
                  </a:lnTo>
                  <a:lnTo>
                    <a:pt x="5271140" y="1364034"/>
                  </a:lnTo>
                  <a:lnTo>
                    <a:pt x="5241071" y="1400428"/>
                  </a:lnTo>
                  <a:lnTo>
                    <a:pt x="5204685" y="1430511"/>
                  </a:lnTo>
                  <a:lnTo>
                    <a:pt x="5162999" y="1453263"/>
                  </a:lnTo>
                  <a:lnTo>
                    <a:pt x="5117031" y="1467664"/>
                  </a:lnTo>
                  <a:lnTo>
                    <a:pt x="5067795" y="1472695"/>
                  </a:lnTo>
                  <a:close/>
                </a:path>
              </a:pathLst>
            </a:custGeom>
            <a:solidFill>
              <a:srgbClr val="000000">
                <a:alpha val="348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6309420" y="3794820"/>
              <a:ext cx="5303520" cy="1463040"/>
            </a:xfrm>
            <a:custGeom>
              <a:avLst/>
              <a:gdLst/>
              <a:ahLst/>
              <a:cxnLst/>
              <a:rect l="l" t="t" r="r" b="b"/>
              <a:pathLst>
                <a:path w="5303520" h="1463039">
                  <a:moveTo>
                    <a:pt x="5059676" y="1463039"/>
                  </a:moveTo>
                  <a:lnTo>
                    <a:pt x="243839" y="1463039"/>
                  </a:lnTo>
                  <a:lnTo>
                    <a:pt x="194966" y="1458046"/>
                  </a:lnTo>
                  <a:lnTo>
                    <a:pt x="149321" y="1443744"/>
                  </a:lnTo>
                  <a:lnTo>
                    <a:pt x="107918" y="1421147"/>
                  </a:lnTo>
                  <a:lnTo>
                    <a:pt x="71770" y="1391268"/>
                  </a:lnTo>
                  <a:lnTo>
                    <a:pt x="41891" y="1355120"/>
                  </a:lnTo>
                  <a:lnTo>
                    <a:pt x="19293" y="1313716"/>
                  </a:lnTo>
                  <a:lnTo>
                    <a:pt x="4992" y="1268072"/>
                  </a:lnTo>
                  <a:lnTo>
                    <a:pt x="0" y="1219199"/>
                  </a:lnTo>
                  <a:lnTo>
                    <a:pt x="0" y="243839"/>
                  </a:lnTo>
                  <a:lnTo>
                    <a:pt x="4992" y="194967"/>
                  </a:lnTo>
                  <a:lnTo>
                    <a:pt x="19293" y="149322"/>
                  </a:lnTo>
                  <a:lnTo>
                    <a:pt x="41891" y="107918"/>
                  </a:lnTo>
                  <a:lnTo>
                    <a:pt x="71770" y="71770"/>
                  </a:lnTo>
                  <a:lnTo>
                    <a:pt x="107918" y="41891"/>
                  </a:lnTo>
                  <a:lnTo>
                    <a:pt x="149321" y="19294"/>
                  </a:lnTo>
                  <a:lnTo>
                    <a:pt x="194966" y="4992"/>
                  </a:lnTo>
                  <a:lnTo>
                    <a:pt x="243839" y="0"/>
                  </a:lnTo>
                  <a:lnTo>
                    <a:pt x="5059676" y="0"/>
                  </a:lnTo>
                  <a:lnTo>
                    <a:pt x="5108548" y="4992"/>
                  </a:lnTo>
                  <a:lnTo>
                    <a:pt x="5154193" y="19294"/>
                  </a:lnTo>
                  <a:lnTo>
                    <a:pt x="5195597" y="41891"/>
                  </a:lnTo>
                  <a:lnTo>
                    <a:pt x="5231745" y="71770"/>
                  </a:lnTo>
                  <a:lnTo>
                    <a:pt x="5261624" y="107918"/>
                  </a:lnTo>
                  <a:lnTo>
                    <a:pt x="5284221" y="149322"/>
                  </a:lnTo>
                  <a:lnTo>
                    <a:pt x="5298523" y="194967"/>
                  </a:lnTo>
                  <a:lnTo>
                    <a:pt x="5303516" y="243839"/>
                  </a:lnTo>
                  <a:lnTo>
                    <a:pt x="5303516" y="1219199"/>
                  </a:lnTo>
                  <a:lnTo>
                    <a:pt x="5298523" y="1268072"/>
                  </a:lnTo>
                  <a:lnTo>
                    <a:pt x="5284221" y="1313716"/>
                  </a:lnTo>
                  <a:lnTo>
                    <a:pt x="5261624" y="1355120"/>
                  </a:lnTo>
                  <a:lnTo>
                    <a:pt x="5231745" y="1391268"/>
                  </a:lnTo>
                  <a:lnTo>
                    <a:pt x="5195597" y="1421147"/>
                  </a:lnTo>
                  <a:lnTo>
                    <a:pt x="5154193" y="1443744"/>
                  </a:lnTo>
                  <a:lnTo>
                    <a:pt x="5108548" y="1458046"/>
                  </a:lnTo>
                  <a:lnTo>
                    <a:pt x="5059676" y="1463039"/>
                  </a:lnTo>
                  <a:close/>
                </a:path>
              </a:pathLst>
            </a:custGeom>
            <a:solidFill>
              <a:srgbClr val="F4F7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6304475" y="3789875"/>
              <a:ext cx="5313680" cy="1473200"/>
            </a:xfrm>
            <a:custGeom>
              <a:avLst/>
              <a:gdLst/>
              <a:ahLst/>
              <a:cxnLst/>
              <a:rect l="l" t="t" r="r" b="b"/>
              <a:pathLst>
                <a:path w="5313680" h="1473200">
                  <a:moveTo>
                    <a:pt x="248783" y="1472809"/>
                  </a:moveTo>
                  <a:lnTo>
                    <a:pt x="199344" y="1467719"/>
                  </a:lnTo>
                  <a:lnTo>
                    <a:pt x="199071" y="1467719"/>
                  </a:lnTo>
                  <a:lnTo>
                    <a:pt x="152620" y="1453136"/>
                  </a:lnTo>
                  <a:lnTo>
                    <a:pt x="110339" y="1430094"/>
                  </a:lnTo>
                  <a:lnTo>
                    <a:pt x="73435" y="1399625"/>
                  </a:lnTo>
                  <a:lnTo>
                    <a:pt x="42932" y="1362763"/>
                  </a:lnTo>
                  <a:lnTo>
                    <a:pt x="19859" y="1320540"/>
                  </a:lnTo>
                  <a:lnTo>
                    <a:pt x="5248" y="1273989"/>
                  </a:lnTo>
                  <a:lnTo>
                    <a:pt x="131" y="1224143"/>
                  </a:lnTo>
                  <a:lnTo>
                    <a:pt x="0" y="248784"/>
                  </a:lnTo>
                  <a:lnTo>
                    <a:pt x="5208" y="198938"/>
                  </a:lnTo>
                  <a:lnTo>
                    <a:pt x="19791" y="152387"/>
                  </a:lnTo>
                  <a:lnTo>
                    <a:pt x="42833" y="110164"/>
                  </a:lnTo>
                  <a:lnTo>
                    <a:pt x="73301" y="73302"/>
                  </a:lnTo>
                  <a:lnTo>
                    <a:pt x="110163" y="42833"/>
                  </a:lnTo>
                  <a:lnTo>
                    <a:pt x="152386" y="19791"/>
                  </a:lnTo>
                  <a:lnTo>
                    <a:pt x="198937" y="5209"/>
                  </a:lnTo>
                  <a:lnTo>
                    <a:pt x="248783" y="0"/>
                  </a:lnTo>
                  <a:lnTo>
                    <a:pt x="248783" y="4817"/>
                  </a:lnTo>
                  <a:lnTo>
                    <a:pt x="5110632" y="4817"/>
                  </a:lnTo>
                  <a:lnTo>
                    <a:pt x="5114466" y="5209"/>
                  </a:lnTo>
                  <a:lnTo>
                    <a:pt x="5128622" y="9643"/>
                  </a:lnTo>
                  <a:lnTo>
                    <a:pt x="248783" y="9643"/>
                  </a:lnTo>
                  <a:lnTo>
                    <a:pt x="200842" y="14538"/>
                  </a:lnTo>
                  <a:lnTo>
                    <a:pt x="156072" y="28560"/>
                  </a:lnTo>
                  <a:lnTo>
                    <a:pt x="115466" y="50717"/>
                  </a:lnTo>
                  <a:lnTo>
                    <a:pt x="80017" y="80017"/>
                  </a:lnTo>
                  <a:lnTo>
                    <a:pt x="50717" y="115466"/>
                  </a:lnTo>
                  <a:lnTo>
                    <a:pt x="28560" y="156072"/>
                  </a:lnTo>
                  <a:lnTo>
                    <a:pt x="14537" y="200842"/>
                  </a:lnTo>
                  <a:lnTo>
                    <a:pt x="9643" y="248784"/>
                  </a:lnTo>
                  <a:lnTo>
                    <a:pt x="9643" y="1224143"/>
                  </a:lnTo>
                  <a:lnTo>
                    <a:pt x="14537" y="1272085"/>
                  </a:lnTo>
                  <a:lnTo>
                    <a:pt x="28560" y="1316855"/>
                  </a:lnTo>
                  <a:lnTo>
                    <a:pt x="50717" y="1357461"/>
                  </a:lnTo>
                  <a:lnTo>
                    <a:pt x="80017" y="1392910"/>
                  </a:lnTo>
                  <a:lnTo>
                    <a:pt x="115466" y="1422210"/>
                  </a:lnTo>
                  <a:lnTo>
                    <a:pt x="156072" y="1444367"/>
                  </a:lnTo>
                  <a:lnTo>
                    <a:pt x="200842" y="1458389"/>
                  </a:lnTo>
                  <a:lnTo>
                    <a:pt x="248783" y="1463284"/>
                  </a:lnTo>
                  <a:lnTo>
                    <a:pt x="5128622" y="1463284"/>
                  </a:lnTo>
                  <a:lnTo>
                    <a:pt x="5114466" y="1467719"/>
                  </a:lnTo>
                  <a:lnTo>
                    <a:pt x="5110631" y="1468110"/>
                  </a:lnTo>
                  <a:lnTo>
                    <a:pt x="248783" y="1468110"/>
                  </a:lnTo>
                  <a:lnTo>
                    <a:pt x="248783" y="1472809"/>
                  </a:lnTo>
                  <a:close/>
                </a:path>
                <a:path w="5313680" h="1473200">
                  <a:moveTo>
                    <a:pt x="5064620" y="4817"/>
                  </a:moveTo>
                  <a:lnTo>
                    <a:pt x="248783" y="4817"/>
                  </a:lnTo>
                  <a:lnTo>
                    <a:pt x="248783" y="0"/>
                  </a:lnTo>
                  <a:lnTo>
                    <a:pt x="5064620" y="0"/>
                  </a:lnTo>
                  <a:lnTo>
                    <a:pt x="5064620" y="4817"/>
                  </a:lnTo>
                  <a:close/>
                </a:path>
                <a:path w="5313680" h="1473200">
                  <a:moveTo>
                    <a:pt x="5110632" y="4817"/>
                  </a:moveTo>
                  <a:lnTo>
                    <a:pt x="5064620" y="4817"/>
                  </a:lnTo>
                  <a:lnTo>
                    <a:pt x="5064620" y="0"/>
                  </a:lnTo>
                  <a:lnTo>
                    <a:pt x="5063458" y="0"/>
                  </a:lnTo>
                  <a:lnTo>
                    <a:pt x="5110632" y="4817"/>
                  </a:lnTo>
                  <a:close/>
                </a:path>
                <a:path w="5313680" h="1473200">
                  <a:moveTo>
                    <a:pt x="5128622" y="1463284"/>
                  </a:moveTo>
                  <a:lnTo>
                    <a:pt x="5064620" y="1463284"/>
                  </a:lnTo>
                  <a:lnTo>
                    <a:pt x="5112562" y="1458389"/>
                  </a:lnTo>
                  <a:lnTo>
                    <a:pt x="5157332" y="1444367"/>
                  </a:lnTo>
                  <a:lnTo>
                    <a:pt x="5197938" y="1422210"/>
                  </a:lnTo>
                  <a:lnTo>
                    <a:pt x="5233387" y="1392910"/>
                  </a:lnTo>
                  <a:lnTo>
                    <a:pt x="5262686" y="1357461"/>
                  </a:lnTo>
                  <a:lnTo>
                    <a:pt x="5284844" y="1316855"/>
                  </a:lnTo>
                  <a:lnTo>
                    <a:pt x="5298866" y="1272085"/>
                  </a:lnTo>
                  <a:lnTo>
                    <a:pt x="5303761" y="1224143"/>
                  </a:lnTo>
                  <a:lnTo>
                    <a:pt x="5303761" y="248784"/>
                  </a:lnTo>
                  <a:lnTo>
                    <a:pt x="5298866" y="200842"/>
                  </a:lnTo>
                  <a:lnTo>
                    <a:pt x="5284844" y="156072"/>
                  </a:lnTo>
                  <a:lnTo>
                    <a:pt x="5262686" y="115466"/>
                  </a:lnTo>
                  <a:lnTo>
                    <a:pt x="5233387" y="80017"/>
                  </a:lnTo>
                  <a:lnTo>
                    <a:pt x="5197938" y="50717"/>
                  </a:lnTo>
                  <a:lnTo>
                    <a:pt x="5157332" y="28560"/>
                  </a:lnTo>
                  <a:lnTo>
                    <a:pt x="5112562" y="14538"/>
                  </a:lnTo>
                  <a:lnTo>
                    <a:pt x="5064620" y="9643"/>
                  </a:lnTo>
                  <a:lnTo>
                    <a:pt x="5128622" y="9643"/>
                  </a:lnTo>
                  <a:lnTo>
                    <a:pt x="5203240" y="42833"/>
                  </a:lnTo>
                  <a:lnTo>
                    <a:pt x="5240102" y="73302"/>
                  </a:lnTo>
                  <a:lnTo>
                    <a:pt x="5270571" y="110164"/>
                  </a:lnTo>
                  <a:lnTo>
                    <a:pt x="5293613" y="152387"/>
                  </a:lnTo>
                  <a:lnTo>
                    <a:pt x="5308195" y="198938"/>
                  </a:lnTo>
                  <a:lnTo>
                    <a:pt x="5313286" y="248784"/>
                  </a:lnTo>
                  <a:lnTo>
                    <a:pt x="5313286" y="1224143"/>
                  </a:lnTo>
                  <a:lnTo>
                    <a:pt x="5308195" y="1273989"/>
                  </a:lnTo>
                  <a:lnTo>
                    <a:pt x="5293613" y="1320540"/>
                  </a:lnTo>
                  <a:lnTo>
                    <a:pt x="5270571" y="1362763"/>
                  </a:lnTo>
                  <a:lnTo>
                    <a:pt x="5240102" y="1399625"/>
                  </a:lnTo>
                  <a:lnTo>
                    <a:pt x="5203240" y="1430094"/>
                  </a:lnTo>
                  <a:lnTo>
                    <a:pt x="5161017" y="1453136"/>
                  </a:lnTo>
                  <a:lnTo>
                    <a:pt x="5128622" y="1463284"/>
                  </a:lnTo>
                  <a:close/>
                </a:path>
                <a:path w="5313680" h="1473200">
                  <a:moveTo>
                    <a:pt x="5064620" y="1472809"/>
                  </a:moveTo>
                  <a:lnTo>
                    <a:pt x="248783" y="1472809"/>
                  </a:lnTo>
                  <a:lnTo>
                    <a:pt x="248783" y="1468110"/>
                  </a:lnTo>
                  <a:lnTo>
                    <a:pt x="5064620" y="1468110"/>
                  </a:lnTo>
                  <a:lnTo>
                    <a:pt x="5064620" y="1472809"/>
                  </a:lnTo>
                  <a:close/>
                </a:path>
                <a:path w="5313680" h="1473200">
                  <a:moveTo>
                    <a:pt x="5064620" y="1472809"/>
                  </a:moveTo>
                  <a:lnTo>
                    <a:pt x="5064620" y="1468110"/>
                  </a:lnTo>
                  <a:lnTo>
                    <a:pt x="5110631" y="1468110"/>
                  </a:lnTo>
                  <a:lnTo>
                    <a:pt x="5064620" y="1472809"/>
                  </a:lnTo>
                  <a:close/>
                </a:path>
              </a:pathLst>
            </a:custGeom>
            <a:solidFill>
              <a:srgbClr val="DBE3E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6309420" y="5257732"/>
              <a:ext cx="73660" cy="23495"/>
            </a:xfrm>
            <a:custGeom>
              <a:avLst/>
              <a:gdLst/>
              <a:ahLst/>
              <a:cxnLst/>
              <a:rect l="l" t="t" r="r" b="b"/>
              <a:pathLst>
                <a:path w="73660" h="23495">
                  <a:moveTo>
                    <a:pt x="0" y="23114"/>
                  </a:moveTo>
                  <a:lnTo>
                    <a:pt x="73151" y="23114"/>
                  </a:lnTo>
                  <a:lnTo>
                    <a:pt x="73151" y="0"/>
                  </a:lnTo>
                  <a:lnTo>
                    <a:pt x="0" y="0"/>
                  </a:lnTo>
                  <a:lnTo>
                    <a:pt x="0" y="23114"/>
                  </a:lnTo>
                  <a:close/>
                </a:path>
              </a:pathLst>
            </a:custGeom>
            <a:solidFill>
              <a:srgbClr val="000000">
                <a:alpha val="348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6309420" y="3794693"/>
              <a:ext cx="73660" cy="1463040"/>
            </a:xfrm>
            <a:custGeom>
              <a:avLst/>
              <a:gdLst/>
              <a:ahLst/>
              <a:cxnLst/>
              <a:rect l="l" t="t" r="r" b="b"/>
              <a:pathLst>
                <a:path w="73660" h="1463039">
                  <a:moveTo>
                    <a:pt x="73151" y="1463039"/>
                  </a:moveTo>
                  <a:lnTo>
                    <a:pt x="0" y="1463039"/>
                  </a:lnTo>
                  <a:lnTo>
                    <a:pt x="0" y="0"/>
                  </a:lnTo>
                  <a:lnTo>
                    <a:pt x="73151" y="0"/>
                  </a:lnTo>
                  <a:lnTo>
                    <a:pt x="73151" y="1463039"/>
                  </a:lnTo>
                  <a:close/>
                </a:path>
              </a:pathLst>
            </a:custGeom>
            <a:solidFill>
              <a:srgbClr val="D0374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/>
          <p:cNvSpPr txBox="1"/>
          <p:nvPr/>
        </p:nvSpPr>
        <p:spPr>
          <a:xfrm>
            <a:off x="6598411" y="4041578"/>
            <a:ext cx="4076700" cy="826135"/>
          </a:xfrm>
          <a:prstGeom prst="rect">
            <a:avLst/>
          </a:prstGeom>
        </p:spPr>
        <p:txBody>
          <a:bodyPr wrap="square" lIns="0" tIns="565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dirty="0" sz="1700" b="1" i="1">
                <a:solidFill>
                  <a:srgbClr val="092649"/>
                </a:solidFill>
                <a:latin typeface="Arial"/>
                <a:cs typeface="Arial"/>
              </a:rPr>
              <a:t>Guardrailed</a:t>
            </a:r>
            <a:r>
              <a:rPr dirty="0" sz="1700" spc="-114" b="1" i="1">
                <a:solidFill>
                  <a:srgbClr val="092649"/>
                </a:solidFill>
                <a:latin typeface="Arial"/>
                <a:cs typeface="Arial"/>
              </a:rPr>
              <a:t> </a:t>
            </a:r>
            <a:r>
              <a:rPr dirty="0" sz="1700" spc="-10" b="1" i="1">
                <a:solidFill>
                  <a:srgbClr val="092649"/>
                </a:solidFill>
                <a:latin typeface="Arial"/>
                <a:cs typeface="Arial"/>
              </a:rPr>
              <a:t>Autonomy</a:t>
            </a:r>
            <a:endParaRPr sz="1700">
              <a:latin typeface="Arial"/>
              <a:cs typeface="Arial"/>
            </a:endParaRPr>
          </a:p>
          <a:p>
            <a:pPr marL="12700" marR="5080">
              <a:lnSpc>
                <a:spcPct val="116100"/>
              </a:lnSpc>
              <a:spcBef>
                <a:spcPts val="15"/>
              </a:spcBef>
            </a:pPr>
            <a:r>
              <a:rPr dirty="0" sz="1400">
                <a:solidFill>
                  <a:srgbClr val="161D29"/>
                </a:solidFill>
                <a:latin typeface="Arial MT"/>
                <a:cs typeface="Arial MT"/>
              </a:rPr>
              <a:t>Invented</a:t>
            </a:r>
            <a:r>
              <a:rPr dirty="0" sz="1400" spc="-30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61D29"/>
                </a:solidFill>
                <a:latin typeface="Arial MT"/>
                <a:cs typeface="Arial MT"/>
              </a:rPr>
              <a:t>IDs</a:t>
            </a:r>
            <a:r>
              <a:rPr dirty="0" sz="1400" spc="-25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61D29"/>
                </a:solidFill>
                <a:latin typeface="Arial MT"/>
                <a:cs typeface="Arial MT"/>
              </a:rPr>
              <a:t>are</a:t>
            </a:r>
            <a:r>
              <a:rPr dirty="0" sz="1400" spc="-25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61D29"/>
                </a:solidFill>
                <a:latin typeface="Arial MT"/>
                <a:cs typeface="Arial MT"/>
              </a:rPr>
              <a:t>rejected</a:t>
            </a:r>
            <a:r>
              <a:rPr dirty="0" sz="1400" spc="-25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61D29"/>
                </a:solidFill>
                <a:latin typeface="Arial MT"/>
                <a:cs typeface="Arial MT"/>
              </a:rPr>
              <a:t>and</a:t>
            </a:r>
            <a:r>
              <a:rPr dirty="0" sz="1400" spc="-25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61D29"/>
                </a:solidFill>
                <a:latin typeface="Arial MT"/>
                <a:cs typeface="Arial MT"/>
              </a:rPr>
              <a:t>generated</a:t>
            </a:r>
            <a:r>
              <a:rPr dirty="0" sz="1400" spc="-30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61D29"/>
                </a:solidFill>
                <a:latin typeface="Arial MT"/>
                <a:cs typeface="Arial MT"/>
              </a:rPr>
              <a:t>values</a:t>
            </a:r>
            <a:r>
              <a:rPr dirty="0" sz="1400" spc="-25">
                <a:solidFill>
                  <a:srgbClr val="161D29"/>
                </a:solidFill>
                <a:latin typeface="Arial MT"/>
                <a:cs typeface="Arial MT"/>
              </a:rPr>
              <a:t> are </a:t>
            </a:r>
            <a:r>
              <a:rPr dirty="0" sz="1400">
                <a:solidFill>
                  <a:srgbClr val="161D29"/>
                </a:solidFill>
                <a:latin typeface="Arial MT"/>
                <a:cs typeface="Arial MT"/>
              </a:rPr>
              <a:t>bounded</a:t>
            </a:r>
            <a:r>
              <a:rPr dirty="0" sz="1400" spc="-30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61D29"/>
                </a:solidFill>
                <a:latin typeface="Arial MT"/>
                <a:cs typeface="Arial MT"/>
              </a:rPr>
              <a:t>before</a:t>
            </a:r>
            <a:r>
              <a:rPr dirty="0" sz="1400" spc="-25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400" spc="-10">
                <a:solidFill>
                  <a:srgbClr val="161D29"/>
                </a:solidFill>
                <a:latin typeface="Arial MT"/>
                <a:cs typeface="Arial MT"/>
              </a:rPr>
              <a:t>acceptance.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689104" y="5954131"/>
            <a:ext cx="678434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 i="1">
                <a:solidFill>
                  <a:srgbClr val="0E61FE"/>
                </a:solidFill>
                <a:latin typeface="Arial"/>
                <a:cs typeface="Arial"/>
              </a:rPr>
              <a:t>PostgreSQL and backend business rules remain </a:t>
            </a:r>
            <a:r>
              <a:rPr dirty="0" sz="1800" spc="-10" b="1" i="1">
                <a:solidFill>
                  <a:srgbClr val="0E61FE"/>
                </a:solidFill>
                <a:latin typeface="Arial"/>
                <a:cs typeface="Arial"/>
              </a:rPr>
              <a:t>authoritative.</a:t>
            </a:r>
            <a:endParaRPr sz="1800">
              <a:latin typeface="Arial"/>
              <a:cs typeface="Arial"/>
            </a:endParaRPr>
          </a:p>
        </p:txBody>
      </p:sp>
      <p:sp>
        <p:nvSpPr>
          <p:cNvPr id="35" name="object 3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9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/>
              <a:t>ParkShare •</a:t>
            </a:r>
            <a:r>
              <a:rPr dirty="0" spc="495"/>
              <a:t> </a:t>
            </a:r>
            <a:r>
              <a:rPr dirty="0"/>
              <a:t>IBM University </a:t>
            </a:r>
            <a:r>
              <a:rPr dirty="0" spc="-10"/>
              <a:t>Engagement</a:t>
            </a:r>
          </a:p>
        </p:txBody>
      </p:sp>
      <p:sp>
        <p:nvSpPr>
          <p:cNvPr id="34" name="object 34"/>
          <p:cNvSpPr txBox="1"/>
          <p:nvPr/>
        </p:nvSpPr>
        <p:spPr>
          <a:xfrm>
            <a:off x="11290520" y="6575129"/>
            <a:ext cx="153035" cy="153670"/>
          </a:xfrm>
          <a:prstGeom prst="rect">
            <a:avLst/>
          </a:prstGeom>
        </p:spPr>
        <p:txBody>
          <a:bodyPr wrap="square" lIns="0" tIns="19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900" spc="-25" b="1" i="1">
                <a:solidFill>
                  <a:srgbClr val="667386"/>
                </a:solidFill>
                <a:latin typeface="Arial"/>
                <a:cs typeface="Arial"/>
              </a:rPr>
              <a:t>09</a:t>
            </a:r>
            <a:endParaRPr sz="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13860" y="780265"/>
            <a:ext cx="9925049" cy="4476749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4872" rIns="0" bIns="0" rtlCol="0" vert="horz">
            <a:spAutoFit/>
          </a:bodyPr>
          <a:lstStyle/>
          <a:p>
            <a:pPr marL="95885">
              <a:lnSpc>
                <a:spcPct val="100000"/>
              </a:lnSpc>
              <a:spcBef>
                <a:spcPts val="100"/>
              </a:spcBef>
            </a:pPr>
            <a:r>
              <a:rPr dirty="0"/>
              <a:t>Token</a:t>
            </a:r>
            <a:r>
              <a:rPr dirty="0" spc="-75"/>
              <a:t> </a:t>
            </a:r>
            <a:r>
              <a:rPr dirty="0"/>
              <a:t>Usage</a:t>
            </a:r>
            <a:r>
              <a:rPr dirty="0" spc="-75"/>
              <a:t> </a:t>
            </a:r>
            <a:r>
              <a:rPr dirty="0"/>
              <a:t>&amp;</a:t>
            </a:r>
            <a:r>
              <a:rPr dirty="0" spc="-75"/>
              <a:t> </a:t>
            </a:r>
            <a:r>
              <a:rPr dirty="0"/>
              <a:t>Prompt</a:t>
            </a:r>
            <a:r>
              <a:rPr dirty="0" spc="-75"/>
              <a:t> </a:t>
            </a:r>
            <a:r>
              <a:rPr dirty="0" spc="-10"/>
              <a:t>Efficiency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43109" y="5216896"/>
            <a:ext cx="9871075" cy="566420"/>
          </a:xfrm>
          <a:prstGeom prst="rect">
            <a:avLst/>
          </a:prstGeom>
        </p:spPr>
        <p:txBody>
          <a:bodyPr wrap="square" lIns="0" tIns="27939" rIns="0" bIns="0" rtlCol="0" vert="horz">
            <a:spAutoFit/>
          </a:bodyPr>
          <a:lstStyle/>
          <a:p>
            <a:pPr marL="4268470" marR="5080" indent="-4256405">
              <a:lnSpc>
                <a:spcPts val="2100"/>
              </a:lnSpc>
              <a:spcBef>
                <a:spcPts val="219"/>
              </a:spcBef>
            </a:pPr>
            <a:r>
              <a:rPr dirty="0" sz="1800" b="1" i="1">
                <a:solidFill>
                  <a:srgbClr val="EF8B23"/>
                </a:solidFill>
                <a:latin typeface="Arial"/>
                <a:cs typeface="Arial"/>
              </a:rPr>
              <a:t>Exact token consumption must be taken from the watsonx.ai usage dashboard before </a:t>
            </a:r>
            <a:r>
              <a:rPr dirty="0" sz="1800" spc="-10" b="1" i="1">
                <a:solidFill>
                  <a:srgbClr val="EF8B23"/>
                </a:solidFill>
                <a:latin typeface="Arial"/>
                <a:cs typeface="Arial"/>
              </a:rPr>
              <a:t>final submission.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9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/>
              <a:t>ParkShare •</a:t>
            </a:r>
            <a:r>
              <a:rPr dirty="0" spc="495"/>
              <a:t> </a:t>
            </a:r>
            <a:r>
              <a:rPr dirty="0"/>
              <a:t>IBM University </a:t>
            </a:r>
            <a:r>
              <a:rPr dirty="0" spc="-10"/>
              <a:t>Engagement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90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object 38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0851" rIns="0" bIns="0" rtlCol="0" vert="horz">
            <a:spAutoFit/>
          </a:bodyPr>
          <a:lstStyle/>
          <a:p>
            <a:pPr marL="95885">
              <a:lnSpc>
                <a:spcPct val="100000"/>
              </a:lnSpc>
              <a:spcBef>
                <a:spcPts val="100"/>
              </a:spcBef>
            </a:pPr>
            <a:r>
              <a:rPr dirty="0" u="heavy" spc="-1550">
                <a:uFill>
                  <a:solidFill>
                    <a:srgbClr val="0E61FE"/>
                  </a:solidFill>
                </a:uFill>
              </a:rPr>
              <a:t>N</a:t>
            </a:r>
            <a:r>
              <a:rPr dirty="0" u="heavy" spc="60" b="0" i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 </a:t>
            </a:r>
            <a:r>
              <a:rPr dirty="0" u="heavy">
                <a:uFill>
                  <a:solidFill>
                    <a:srgbClr val="0E61FE"/>
                  </a:solidFill>
                </a:uFill>
              </a:rPr>
              <a:t>ovelty</a:t>
            </a:r>
            <a:r>
              <a:rPr dirty="0" spc="-110"/>
              <a:t> </a:t>
            </a:r>
            <a:r>
              <a:rPr dirty="0"/>
              <a:t>and</a:t>
            </a:r>
            <a:r>
              <a:rPr dirty="0" spc="-35"/>
              <a:t> </a:t>
            </a:r>
            <a:r>
              <a:rPr dirty="0" spc="-10"/>
              <a:t>Uniqueness</a:t>
            </a:r>
          </a:p>
        </p:txBody>
      </p:sp>
      <p:grpSp>
        <p:nvGrpSpPr>
          <p:cNvPr id="2" name="object 2"/>
          <p:cNvGrpSpPr/>
          <p:nvPr/>
        </p:nvGrpSpPr>
        <p:grpSpPr>
          <a:xfrm>
            <a:off x="681034" y="1229674"/>
            <a:ext cx="5313680" cy="1358900"/>
            <a:chOff x="681034" y="1229674"/>
            <a:chExt cx="5313680" cy="1358900"/>
          </a:xfrm>
        </p:grpSpPr>
        <p:sp>
          <p:nvSpPr>
            <p:cNvPr id="3" name="object 3"/>
            <p:cNvSpPr/>
            <p:nvPr/>
          </p:nvSpPr>
          <p:spPr>
            <a:xfrm>
              <a:off x="681034" y="1252661"/>
              <a:ext cx="5313680" cy="1336040"/>
            </a:xfrm>
            <a:custGeom>
              <a:avLst/>
              <a:gdLst/>
              <a:ahLst/>
              <a:cxnLst/>
              <a:rect l="l" t="t" r="r" b="b"/>
              <a:pathLst>
                <a:path w="5313680" h="1336039">
                  <a:moveTo>
                    <a:pt x="5090537" y="1335531"/>
                  </a:moveTo>
                  <a:lnTo>
                    <a:pt x="222630" y="1335531"/>
                  </a:lnTo>
                  <a:lnTo>
                    <a:pt x="178103" y="1330970"/>
                  </a:lnTo>
                  <a:lnTo>
                    <a:pt x="136473" y="1317908"/>
                  </a:lnTo>
                  <a:lnTo>
                    <a:pt x="98601" y="1297269"/>
                  </a:lnTo>
                  <a:lnTo>
                    <a:pt x="65557" y="1269983"/>
                  </a:lnTo>
                  <a:lnTo>
                    <a:pt x="38255" y="1236976"/>
                  </a:lnTo>
                  <a:lnTo>
                    <a:pt x="17615" y="1199174"/>
                  </a:lnTo>
                  <a:lnTo>
                    <a:pt x="4556" y="1157507"/>
                  </a:lnTo>
                  <a:lnTo>
                    <a:pt x="0" y="1112900"/>
                  </a:lnTo>
                  <a:lnTo>
                    <a:pt x="0" y="222630"/>
                  </a:lnTo>
                  <a:lnTo>
                    <a:pt x="4555" y="177987"/>
                  </a:lnTo>
                  <a:lnTo>
                    <a:pt x="17605" y="136302"/>
                  </a:lnTo>
                  <a:lnTo>
                    <a:pt x="38227" y="98499"/>
                  </a:lnTo>
                  <a:lnTo>
                    <a:pt x="65500" y="65500"/>
                  </a:lnTo>
                  <a:lnTo>
                    <a:pt x="98499" y="38227"/>
                  </a:lnTo>
                  <a:lnTo>
                    <a:pt x="136302" y="17605"/>
                  </a:lnTo>
                  <a:lnTo>
                    <a:pt x="177987" y="4555"/>
                  </a:lnTo>
                  <a:lnTo>
                    <a:pt x="222630" y="0"/>
                  </a:lnTo>
                  <a:lnTo>
                    <a:pt x="5090537" y="0"/>
                  </a:lnTo>
                  <a:lnTo>
                    <a:pt x="5135144" y="4555"/>
                  </a:lnTo>
                  <a:lnTo>
                    <a:pt x="5176812" y="17605"/>
                  </a:lnTo>
                  <a:lnTo>
                    <a:pt x="5214613" y="38227"/>
                  </a:lnTo>
                  <a:lnTo>
                    <a:pt x="5247621" y="65500"/>
                  </a:lnTo>
                  <a:lnTo>
                    <a:pt x="5274907" y="98499"/>
                  </a:lnTo>
                  <a:lnTo>
                    <a:pt x="5295545" y="136302"/>
                  </a:lnTo>
                  <a:lnTo>
                    <a:pt x="5308608" y="177987"/>
                  </a:lnTo>
                  <a:lnTo>
                    <a:pt x="5313168" y="222630"/>
                  </a:lnTo>
                  <a:lnTo>
                    <a:pt x="5313168" y="1112900"/>
                  </a:lnTo>
                  <a:lnTo>
                    <a:pt x="5308613" y="1157507"/>
                  </a:lnTo>
                  <a:lnTo>
                    <a:pt x="5295563" y="1199174"/>
                  </a:lnTo>
                  <a:lnTo>
                    <a:pt x="5274940" y="1236976"/>
                  </a:lnTo>
                  <a:lnTo>
                    <a:pt x="5247668" y="1269983"/>
                  </a:lnTo>
                  <a:lnTo>
                    <a:pt x="5214669" y="1297269"/>
                  </a:lnTo>
                  <a:lnTo>
                    <a:pt x="5176865" y="1317908"/>
                  </a:lnTo>
                  <a:lnTo>
                    <a:pt x="5135181" y="1330970"/>
                  </a:lnTo>
                  <a:lnTo>
                    <a:pt x="5090537" y="1335531"/>
                  </a:lnTo>
                  <a:close/>
                </a:path>
              </a:pathLst>
            </a:custGeom>
            <a:solidFill>
              <a:srgbClr val="000000">
                <a:alpha val="348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685733" y="1234500"/>
              <a:ext cx="5303520" cy="1325880"/>
            </a:xfrm>
            <a:custGeom>
              <a:avLst/>
              <a:gdLst/>
              <a:ahLst/>
              <a:cxnLst/>
              <a:rect l="l" t="t" r="r" b="b"/>
              <a:pathLst>
                <a:path w="5303520" h="1325880">
                  <a:moveTo>
                    <a:pt x="5082537" y="1325879"/>
                  </a:moveTo>
                  <a:lnTo>
                    <a:pt x="221106" y="1325879"/>
                  </a:lnTo>
                  <a:lnTo>
                    <a:pt x="176789" y="1321358"/>
                  </a:lnTo>
                  <a:lnTo>
                    <a:pt x="135411" y="1308406"/>
                  </a:lnTo>
                  <a:lnTo>
                    <a:pt x="97888" y="1287939"/>
                  </a:lnTo>
                  <a:lnTo>
                    <a:pt x="65135" y="1260871"/>
                  </a:lnTo>
                  <a:lnTo>
                    <a:pt x="38067" y="1228117"/>
                  </a:lnTo>
                  <a:lnTo>
                    <a:pt x="17599" y="1190594"/>
                  </a:lnTo>
                  <a:lnTo>
                    <a:pt x="4647" y="1149216"/>
                  </a:lnTo>
                  <a:lnTo>
                    <a:pt x="127" y="1104899"/>
                  </a:lnTo>
                  <a:lnTo>
                    <a:pt x="0" y="220979"/>
                  </a:lnTo>
                  <a:lnTo>
                    <a:pt x="4520" y="176662"/>
                  </a:lnTo>
                  <a:lnTo>
                    <a:pt x="17472" y="135284"/>
                  </a:lnTo>
                  <a:lnTo>
                    <a:pt x="37939" y="97761"/>
                  </a:lnTo>
                  <a:lnTo>
                    <a:pt x="65008" y="65008"/>
                  </a:lnTo>
                  <a:lnTo>
                    <a:pt x="97761" y="37939"/>
                  </a:lnTo>
                  <a:lnTo>
                    <a:pt x="135284" y="17472"/>
                  </a:lnTo>
                  <a:lnTo>
                    <a:pt x="176662" y="4520"/>
                  </a:lnTo>
                  <a:lnTo>
                    <a:pt x="220979" y="0"/>
                  </a:lnTo>
                  <a:lnTo>
                    <a:pt x="5082537" y="0"/>
                  </a:lnTo>
                  <a:lnTo>
                    <a:pt x="5126854" y="4520"/>
                  </a:lnTo>
                  <a:lnTo>
                    <a:pt x="5168232" y="17472"/>
                  </a:lnTo>
                  <a:lnTo>
                    <a:pt x="5205755" y="37939"/>
                  </a:lnTo>
                  <a:lnTo>
                    <a:pt x="5238508" y="65008"/>
                  </a:lnTo>
                  <a:lnTo>
                    <a:pt x="5265576" y="97761"/>
                  </a:lnTo>
                  <a:lnTo>
                    <a:pt x="5286044" y="135284"/>
                  </a:lnTo>
                  <a:lnTo>
                    <a:pt x="5298996" y="176662"/>
                  </a:lnTo>
                  <a:lnTo>
                    <a:pt x="5303517" y="220979"/>
                  </a:lnTo>
                  <a:lnTo>
                    <a:pt x="5303517" y="1104899"/>
                  </a:lnTo>
                  <a:lnTo>
                    <a:pt x="5298996" y="1149216"/>
                  </a:lnTo>
                  <a:lnTo>
                    <a:pt x="5286044" y="1190594"/>
                  </a:lnTo>
                  <a:lnTo>
                    <a:pt x="5265576" y="1228117"/>
                  </a:lnTo>
                  <a:lnTo>
                    <a:pt x="5238508" y="1260871"/>
                  </a:lnTo>
                  <a:lnTo>
                    <a:pt x="5205755" y="1287939"/>
                  </a:lnTo>
                  <a:lnTo>
                    <a:pt x="5168232" y="1308406"/>
                  </a:lnTo>
                  <a:lnTo>
                    <a:pt x="5126854" y="1321358"/>
                  </a:lnTo>
                  <a:lnTo>
                    <a:pt x="5082537" y="1325879"/>
                  </a:lnTo>
                  <a:close/>
                </a:path>
              </a:pathLst>
            </a:custGeom>
            <a:solidFill>
              <a:srgbClr val="F4F7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681034" y="1229674"/>
              <a:ext cx="5313680" cy="1336040"/>
            </a:xfrm>
            <a:custGeom>
              <a:avLst/>
              <a:gdLst/>
              <a:ahLst/>
              <a:cxnLst/>
              <a:rect l="l" t="t" r="r" b="b"/>
              <a:pathLst>
                <a:path w="5313680" h="1336039">
                  <a:moveTo>
                    <a:pt x="5087362" y="1335531"/>
                  </a:moveTo>
                  <a:lnTo>
                    <a:pt x="5087362" y="1330907"/>
                  </a:lnTo>
                  <a:lnTo>
                    <a:pt x="180632" y="1330907"/>
                  </a:lnTo>
                  <a:lnTo>
                    <a:pt x="138408" y="1317662"/>
                  </a:lnTo>
                  <a:lnTo>
                    <a:pt x="100002" y="1296734"/>
                  </a:lnTo>
                  <a:lnTo>
                    <a:pt x="66497" y="1269062"/>
                  </a:lnTo>
                  <a:lnTo>
                    <a:pt x="38817" y="1235587"/>
                  </a:lnTo>
                  <a:lnTo>
                    <a:pt x="17890" y="1197246"/>
                  </a:lnTo>
                  <a:lnTo>
                    <a:pt x="4646" y="1154979"/>
                  </a:lnTo>
                  <a:lnTo>
                    <a:pt x="12" y="1109725"/>
                  </a:lnTo>
                  <a:lnTo>
                    <a:pt x="0" y="225805"/>
                  </a:lnTo>
                  <a:lnTo>
                    <a:pt x="4618" y="180515"/>
                  </a:lnTo>
                  <a:lnTo>
                    <a:pt x="17851" y="138231"/>
                  </a:lnTo>
                  <a:lnTo>
                    <a:pt x="38763" y="99888"/>
                  </a:lnTo>
                  <a:lnTo>
                    <a:pt x="66420" y="66420"/>
                  </a:lnTo>
                  <a:lnTo>
                    <a:pt x="99888" y="38763"/>
                  </a:lnTo>
                  <a:lnTo>
                    <a:pt x="138231" y="17851"/>
                  </a:lnTo>
                  <a:lnTo>
                    <a:pt x="180515" y="4618"/>
                  </a:lnTo>
                  <a:lnTo>
                    <a:pt x="225805" y="0"/>
                  </a:lnTo>
                  <a:lnTo>
                    <a:pt x="225805" y="4618"/>
                  </a:lnTo>
                  <a:lnTo>
                    <a:pt x="5132794" y="4618"/>
                  </a:lnTo>
                  <a:lnTo>
                    <a:pt x="5148288" y="9524"/>
                  </a:lnTo>
                  <a:lnTo>
                    <a:pt x="225805" y="9524"/>
                  </a:lnTo>
                  <a:lnTo>
                    <a:pt x="176476" y="15280"/>
                  </a:lnTo>
                  <a:lnTo>
                    <a:pt x="131054" y="31653"/>
                  </a:lnTo>
                  <a:lnTo>
                    <a:pt x="90881" y="57301"/>
                  </a:lnTo>
                  <a:lnTo>
                    <a:pt x="57300" y="90881"/>
                  </a:lnTo>
                  <a:lnTo>
                    <a:pt x="31653" y="131054"/>
                  </a:lnTo>
                  <a:lnTo>
                    <a:pt x="15280" y="176476"/>
                  </a:lnTo>
                  <a:lnTo>
                    <a:pt x="9524" y="225805"/>
                  </a:lnTo>
                  <a:lnTo>
                    <a:pt x="9524" y="1109725"/>
                  </a:lnTo>
                  <a:lnTo>
                    <a:pt x="15280" y="1159055"/>
                  </a:lnTo>
                  <a:lnTo>
                    <a:pt x="31653" y="1204477"/>
                  </a:lnTo>
                  <a:lnTo>
                    <a:pt x="57300" y="1244649"/>
                  </a:lnTo>
                  <a:lnTo>
                    <a:pt x="90881" y="1278230"/>
                  </a:lnTo>
                  <a:lnTo>
                    <a:pt x="131054" y="1303878"/>
                  </a:lnTo>
                  <a:lnTo>
                    <a:pt x="176476" y="1320250"/>
                  </a:lnTo>
                  <a:lnTo>
                    <a:pt x="225805" y="1326006"/>
                  </a:lnTo>
                  <a:lnTo>
                    <a:pt x="5148299" y="1326006"/>
                  </a:lnTo>
                  <a:lnTo>
                    <a:pt x="5132653" y="1330907"/>
                  </a:lnTo>
                  <a:lnTo>
                    <a:pt x="5087362" y="1335531"/>
                  </a:lnTo>
                  <a:close/>
                </a:path>
                <a:path w="5313680" h="1336039">
                  <a:moveTo>
                    <a:pt x="5087362" y="4618"/>
                  </a:moveTo>
                  <a:lnTo>
                    <a:pt x="225805" y="4618"/>
                  </a:lnTo>
                  <a:lnTo>
                    <a:pt x="225805" y="0"/>
                  </a:lnTo>
                  <a:lnTo>
                    <a:pt x="5087362" y="0"/>
                  </a:lnTo>
                  <a:lnTo>
                    <a:pt x="5087362" y="4618"/>
                  </a:lnTo>
                  <a:close/>
                </a:path>
                <a:path w="5313680" h="1336039">
                  <a:moveTo>
                    <a:pt x="5132616" y="4618"/>
                  </a:moveTo>
                  <a:lnTo>
                    <a:pt x="5087362" y="4618"/>
                  </a:lnTo>
                  <a:lnTo>
                    <a:pt x="5087362" y="0"/>
                  </a:lnTo>
                  <a:lnTo>
                    <a:pt x="5132616" y="4618"/>
                  </a:lnTo>
                  <a:close/>
                </a:path>
                <a:path w="5313680" h="1336039">
                  <a:moveTo>
                    <a:pt x="5148299" y="1326006"/>
                  </a:moveTo>
                  <a:lnTo>
                    <a:pt x="5087362" y="1326006"/>
                  </a:lnTo>
                  <a:lnTo>
                    <a:pt x="5136692" y="1320250"/>
                  </a:lnTo>
                  <a:lnTo>
                    <a:pt x="5182114" y="1303878"/>
                  </a:lnTo>
                  <a:lnTo>
                    <a:pt x="5222286" y="1278230"/>
                  </a:lnTo>
                  <a:lnTo>
                    <a:pt x="5255867" y="1244649"/>
                  </a:lnTo>
                  <a:lnTo>
                    <a:pt x="5281515" y="1204477"/>
                  </a:lnTo>
                  <a:lnTo>
                    <a:pt x="5297888" y="1159055"/>
                  </a:lnTo>
                  <a:lnTo>
                    <a:pt x="5303643" y="1109725"/>
                  </a:lnTo>
                  <a:lnTo>
                    <a:pt x="5303643" y="225805"/>
                  </a:lnTo>
                  <a:lnTo>
                    <a:pt x="5297888" y="176476"/>
                  </a:lnTo>
                  <a:lnTo>
                    <a:pt x="5281515" y="131054"/>
                  </a:lnTo>
                  <a:lnTo>
                    <a:pt x="5255867" y="90881"/>
                  </a:lnTo>
                  <a:lnTo>
                    <a:pt x="5222286" y="57301"/>
                  </a:lnTo>
                  <a:lnTo>
                    <a:pt x="5182114" y="31653"/>
                  </a:lnTo>
                  <a:lnTo>
                    <a:pt x="5136692" y="15280"/>
                  </a:lnTo>
                  <a:lnTo>
                    <a:pt x="5087362" y="9524"/>
                  </a:lnTo>
                  <a:lnTo>
                    <a:pt x="5148288" y="9524"/>
                  </a:lnTo>
                  <a:lnTo>
                    <a:pt x="5213224" y="38763"/>
                  </a:lnTo>
                  <a:lnTo>
                    <a:pt x="5246700" y="66420"/>
                  </a:lnTo>
                  <a:lnTo>
                    <a:pt x="5274371" y="99888"/>
                  </a:lnTo>
                  <a:lnTo>
                    <a:pt x="5295299" y="138231"/>
                  </a:lnTo>
                  <a:lnTo>
                    <a:pt x="5308545" y="180515"/>
                  </a:lnTo>
                  <a:lnTo>
                    <a:pt x="5313168" y="225805"/>
                  </a:lnTo>
                  <a:lnTo>
                    <a:pt x="5313168" y="1109725"/>
                  </a:lnTo>
                  <a:lnTo>
                    <a:pt x="5308550" y="1154979"/>
                  </a:lnTo>
                  <a:lnTo>
                    <a:pt x="5295317" y="1197246"/>
                  </a:lnTo>
                  <a:lnTo>
                    <a:pt x="5274405" y="1235587"/>
                  </a:lnTo>
                  <a:lnTo>
                    <a:pt x="5246747" y="1269062"/>
                  </a:lnTo>
                  <a:lnTo>
                    <a:pt x="5213280" y="1296734"/>
                  </a:lnTo>
                  <a:lnTo>
                    <a:pt x="5174937" y="1317662"/>
                  </a:lnTo>
                  <a:lnTo>
                    <a:pt x="5148299" y="1326006"/>
                  </a:lnTo>
                  <a:close/>
                </a:path>
                <a:path w="5313680" h="1336039">
                  <a:moveTo>
                    <a:pt x="225805" y="1335531"/>
                  </a:moveTo>
                  <a:lnTo>
                    <a:pt x="180872" y="1330907"/>
                  </a:lnTo>
                  <a:lnTo>
                    <a:pt x="225805" y="1330907"/>
                  </a:lnTo>
                  <a:lnTo>
                    <a:pt x="225805" y="1335531"/>
                  </a:lnTo>
                  <a:close/>
                </a:path>
                <a:path w="5313680" h="1336039">
                  <a:moveTo>
                    <a:pt x="5087362" y="1335531"/>
                  </a:moveTo>
                  <a:lnTo>
                    <a:pt x="225805" y="1335531"/>
                  </a:lnTo>
                  <a:lnTo>
                    <a:pt x="225805" y="1330907"/>
                  </a:lnTo>
                  <a:lnTo>
                    <a:pt x="5087362" y="1330907"/>
                  </a:lnTo>
                  <a:lnTo>
                    <a:pt x="5087362" y="1335531"/>
                  </a:lnTo>
                  <a:close/>
                </a:path>
              </a:pathLst>
            </a:custGeom>
            <a:solidFill>
              <a:srgbClr val="DBE3E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685860" y="2560252"/>
              <a:ext cx="73660" cy="23495"/>
            </a:xfrm>
            <a:custGeom>
              <a:avLst/>
              <a:gdLst/>
              <a:ahLst/>
              <a:cxnLst/>
              <a:rect l="l" t="t" r="r" b="b"/>
              <a:pathLst>
                <a:path w="73659" h="23494">
                  <a:moveTo>
                    <a:pt x="0" y="23113"/>
                  </a:moveTo>
                  <a:lnTo>
                    <a:pt x="73151" y="23113"/>
                  </a:lnTo>
                  <a:lnTo>
                    <a:pt x="73151" y="0"/>
                  </a:lnTo>
                  <a:lnTo>
                    <a:pt x="0" y="0"/>
                  </a:lnTo>
                  <a:lnTo>
                    <a:pt x="0" y="23113"/>
                  </a:lnTo>
                  <a:close/>
                </a:path>
              </a:pathLst>
            </a:custGeom>
            <a:solidFill>
              <a:srgbClr val="000000">
                <a:alpha val="348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685860" y="1234373"/>
              <a:ext cx="73660" cy="1325880"/>
            </a:xfrm>
            <a:custGeom>
              <a:avLst/>
              <a:gdLst/>
              <a:ahLst/>
              <a:cxnLst/>
              <a:rect l="l" t="t" r="r" b="b"/>
              <a:pathLst>
                <a:path w="73659" h="1325880">
                  <a:moveTo>
                    <a:pt x="73151" y="1325879"/>
                  </a:moveTo>
                  <a:lnTo>
                    <a:pt x="0" y="1325879"/>
                  </a:lnTo>
                  <a:lnTo>
                    <a:pt x="0" y="0"/>
                  </a:lnTo>
                  <a:lnTo>
                    <a:pt x="73151" y="0"/>
                  </a:lnTo>
                  <a:lnTo>
                    <a:pt x="73151" y="1325879"/>
                  </a:lnTo>
                  <a:close/>
                </a:path>
              </a:pathLst>
            </a:custGeom>
            <a:solidFill>
              <a:srgbClr val="0E61F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1" name="object 41"/>
          <p:cNvSpPr txBox="1"/>
          <p:nvPr/>
        </p:nvSpPr>
        <p:spPr>
          <a:xfrm>
            <a:off x="974851" y="1481258"/>
            <a:ext cx="4580255" cy="826135"/>
          </a:xfrm>
          <a:prstGeom prst="rect">
            <a:avLst/>
          </a:prstGeom>
        </p:spPr>
        <p:txBody>
          <a:bodyPr wrap="square" lIns="0" tIns="565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dirty="0" sz="1700" spc="-20" b="1" i="1">
                <a:solidFill>
                  <a:srgbClr val="092649"/>
                </a:solidFill>
                <a:latin typeface="Arial"/>
                <a:cs typeface="Arial"/>
              </a:rPr>
              <a:t>Peer-</a:t>
            </a:r>
            <a:r>
              <a:rPr dirty="0" sz="1700" spc="-10" b="1" i="1">
                <a:solidFill>
                  <a:srgbClr val="092649"/>
                </a:solidFill>
                <a:latin typeface="Arial"/>
                <a:cs typeface="Arial"/>
              </a:rPr>
              <a:t>to-</a:t>
            </a:r>
            <a:r>
              <a:rPr dirty="0" sz="1700" b="1" i="1">
                <a:solidFill>
                  <a:srgbClr val="092649"/>
                </a:solidFill>
                <a:latin typeface="Arial"/>
                <a:cs typeface="Arial"/>
              </a:rPr>
              <a:t>Peer</a:t>
            </a:r>
            <a:r>
              <a:rPr dirty="0" sz="1700" spc="-40" b="1" i="1">
                <a:solidFill>
                  <a:srgbClr val="092649"/>
                </a:solidFill>
                <a:latin typeface="Arial"/>
                <a:cs typeface="Arial"/>
              </a:rPr>
              <a:t> </a:t>
            </a:r>
            <a:r>
              <a:rPr dirty="0" sz="1700" b="1" i="1">
                <a:solidFill>
                  <a:srgbClr val="092649"/>
                </a:solidFill>
                <a:latin typeface="Arial"/>
                <a:cs typeface="Arial"/>
              </a:rPr>
              <a:t>Parking</a:t>
            </a:r>
            <a:r>
              <a:rPr dirty="0" sz="1700" spc="-35" b="1" i="1">
                <a:solidFill>
                  <a:srgbClr val="092649"/>
                </a:solidFill>
                <a:latin typeface="Arial"/>
                <a:cs typeface="Arial"/>
              </a:rPr>
              <a:t> </a:t>
            </a:r>
            <a:r>
              <a:rPr dirty="0" sz="1700" spc="-10" b="1" i="1">
                <a:solidFill>
                  <a:srgbClr val="092649"/>
                </a:solidFill>
                <a:latin typeface="Arial"/>
                <a:cs typeface="Arial"/>
              </a:rPr>
              <a:t>Utilization</a:t>
            </a:r>
            <a:endParaRPr sz="1700">
              <a:latin typeface="Arial"/>
              <a:cs typeface="Arial"/>
            </a:endParaRPr>
          </a:p>
          <a:p>
            <a:pPr marL="12700" marR="5080">
              <a:lnSpc>
                <a:spcPct val="116100"/>
              </a:lnSpc>
              <a:spcBef>
                <a:spcPts val="15"/>
              </a:spcBef>
            </a:pPr>
            <a:r>
              <a:rPr dirty="0" sz="1400">
                <a:solidFill>
                  <a:srgbClr val="161D29"/>
                </a:solidFill>
                <a:latin typeface="Arial MT"/>
                <a:cs typeface="Arial MT"/>
              </a:rPr>
              <a:t>Converts</a:t>
            </a:r>
            <a:r>
              <a:rPr dirty="0" sz="1400" spc="-35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61D29"/>
                </a:solidFill>
                <a:latin typeface="Arial MT"/>
                <a:cs typeface="Arial MT"/>
              </a:rPr>
              <a:t>unused</a:t>
            </a:r>
            <a:r>
              <a:rPr dirty="0" sz="1400" spc="-35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61D29"/>
                </a:solidFill>
                <a:latin typeface="Arial MT"/>
                <a:cs typeface="Arial MT"/>
              </a:rPr>
              <a:t>private</a:t>
            </a:r>
            <a:r>
              <a:rPr dirty="0" sz="1400" spc="-35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61D29"/>
                </a:solidFill>
                <a:latin typeface="Arial MT"/>
                <a:cs typeface="Arial MT"/>
              </a:rPr>
              <a:t>spaces</a:t>
            </a:r>
            <a:r>
              <a:rPr dirty="0" sz="1400" spc="-35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61D29"/>
                </a:solidFill>
                <a:latin typeface="Arial MT"/>
                <a:cs typeface="Arial MT"/>
              </a:rPr>
              <a:t>into</a:t>
            </a:r>
            <a:r>
              <a:rPr dirty="0" sz="1400" spc="-35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61D29"/>
                </a:solidFill>
                <a:latin typeface="Arial MT"/>
                <a:cs typeface="Arial MT"/>
              </a:rPr>
              <a:t>discoverable</a:t>
            </a:r>
            <a:r>
              <a:rPr dirty="0" sz="1400" spc="-35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400" spc="-10">
                <a:solidFill>
                  <a:srgbClr val="161D29"/>
                </a:solidFill>
                <a:latin typeface="Arial MT"/>
                <a:cs typeface="Arial MT"/>
              </a:rPr>
              <a:t>parking capacity.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6304593" y="1229674"/>
            <a:ext cx="5313680" cy="1358900"/>
            <a:chOff x="6304593" y="1229674"/>
            <a:chExt cx="5313680" cy="1358900"/>
          </a:xfrm>
        </p:grpSpPr>
        <p:sp>
          <p:nvSpPr>
            <p:cNvPr id="21" name="object 21"/>
            <p:cNvSpPr/>
            <p:nvPr/>
          </p:nvSpPr>
          <p:spPr>
            <a:xfrm>
              <a:off x="6304593" y="1252661"/>
              <a:ext cx="5313680" cy="1336040"/>
            </a:xfrm>
            <a:custGeom>
              <a:avLst/>
              <a:gdLst/>
              <a:ahLst/>
              <a:cxnLst/>
              <a:rect l="l" t="t" r="r" b="b"/>
              <a:pathLst>
                <a:path w="5313680" h="1336039">
                  <a:moveTo>
                    <a:pt x="5090537" y="1335531"/>
                  </a:moveTo>
                  <a:lnTo>
                    <a:pt x="222631" y="1335531"/>
                  </a:lnTo>
                  <a:lnTo>
                    <a:pt x="178103" y="1330970"/>
                  </a:lnTo>
                  <a:lnTo>
                    <a:pt x="136473" y="1317908"/>
                  </a:lnTo>
                  <a:lnTo>
                    <a:pt x="98601" y="1297269"/>
                  </a:lnTo>
                  <a:lnTo>
                    <a:pt x="65557" y="1269983"/>
                  </a:lnTo>
                  <a:lnTo>
                    <a:pt x="38255" y="1236976"/>
                  </a:lnTo>
                  <a:lnTo>
                    <a:pt x="17615" y="1199174"/>
                  </a:lnTo>
                  <a:lnTo>
                    <a:pt x="4556" y="1157507"/>
                  </a:lnTo>
                  <a:lnTo>
                    <a:pt x="0" y="1112900"/>
                  </a:lnTo>
                  <a:lnTo>
                    <a:pt x="0" y="222630"/>
                  </a:lnTo>
                  <a:lnTo>
                    <a:pt x="4555" y="177987"/>
                  </a:lnTo>
                  <a:lnTo>
                    <a:pt x="17605" y="136302"/>
                  </a:lnTo>
                  <a:lnTo>
                    <a:pt x="38228" y="98499"/>
                  </a:lnTo>
                  <a:lnTo>
                    <a:pt x="65500" y="65500"/>
                  </a:lnTo>
                  <a:lnTo>
                    <a:pt x="98499" y="38227"/>
                  </a:lnTo>
                  <a:lnTo>
                    <a:pt x="136303" y="17605"/>
                  </a:lnTo>
                  <a:lnTo>
                    <a:pt x="177987" y="4555"/>
                  </a:lnTo>
                  <a:lnTo>
                    <a:pt x="222631" y="0"/>
                  </a:lnTo>
                  <a:lnTo>
                    <a:pt x="5090537" y="0"/>
                  </a:lnTo>
                  <a:lnTo>
                    <a:pt x="5135144" y="4555"/>
                  </a:lnTo>
                  <a:lnTo>
                    <a:pt x="5176812" y="17605"/>
                  </a:lnTo>
                  <a:lnTo>
                    <a:pt x="5214613" y="38227"/>
                  </a:lnTo>
                  <a:lnTo>
                    <a:pt x="5247620" y="65500"/>
                  </a:lnTo>
                  <a:lnTo>
                    <a:pt x="5274906" y="98499"/>
                  </a:lnTo>
                  <a:lnTo>
                    <a:pt x="5295545" y="136302"/>
                  </a:lnTo>
                  <a:lnTo>
                    <a:pt x="5308607" y="177987"/>
                  </a:lnTo>
                  <a:lnTo>
                    <a:pt x="5313168" y="222630"/>
                  </a:lnTo>
                  <a:lnTo>
                    <a:pt x="5313168" y="1112900"/>
                  </a:lnTo>
                  <a:lnTo>
                    <a:pt x="5308613" y="1157507"/>
                  </a:lnTo>
                  <a:lnTo>
                    <a:pt x="5295562" y="1199174"/>
                  </a:lnTo>
                  <a:lnTo>
                    <a:pt x="5274940" y="1236976"/>
                  </a:lnTo>
                  <a:lnTo>
                    <a:pt x="5247668" y="1269983"/>
                  </a:lnTo>
                  <a:lnTo>
                    <a:pt x="5214669" y="1297269"/>
                  </a:lnTo>
                  <a:lnTo>
                    <a:pt x="5176865" y="1317908"/>
                  </a:lnTo>
                  <a:lnTo>
                    <a:pt x="5135181" y="1330970"/>
                  </a:lnTo>
                  <a:lnTo>
                    <a:pt x="5090537" y="1335531"/>
                  </a:lnTo>
                  <a:close/>
                </a:path>
              </a:pathLst>
            </a:custGeom>
            <a:solidFill>
              <a:srgbClr val="000000">
                <a:alpha val="348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6309419" y="1234500"/>
              <a:ext cx="5303520" cy="1325880"/>
            </a:xfrm>
            <a:custGeom>
              <a:avLst/>
              <a:gdLst/>
              <a:ahLst/>
              <a:cxnLst/>
              <a:rect l="l" t="t" r="r" b="b"/>
              <a:pathLst>
                <a:path w="5303520" h="1325880">
                  <a:moveTo>
                    <a:pt x="5082536" y="1325879"/>
                  </a:moveTo>
                  <a:lnTo>
                    <a:pt x="220979" y="1325879"/>
                  </a:lnTo>
                  <a:lnTo>
                    <a:pt x="176661" y="1321358"/>
                  </a:lnTo>
                  <a:lnTo>
                    <a:pt x="135284" y="1308406"/>
                  </a:lnTo>
                  <a:lnTo>
                    <a:pt x="97761" y="1287939"/>
                  </a:lnTo>
                  <a:lnTo>
                    <a:pt x="65007" y="1260871"/>
                  </a:lnTo>
                  <a:lnTo>
                    <a:pt x="37939" y="1228117"/>
                  </a:lnTo>
                  <a:lnTo>
                    <a:pt x="17472" y="1190594"/>
                  </a:lnTo>
                  <a:lnTo>
                    <a:pt x="4520" y="1149216"/>
                  </a:lnTo>
                  <a:lnTo>
                    <a:pt x="0" y="1104899"/>
                  </a:lnTo>
                  <a:lnTo>
                    <a:pt x="0" y="220979"/>
                  </a:lnTo>
                  <a:lnTo>
                    <a:pt x="4520" y="176662"/>
                  </a:lnTo>
                  <a:lnTo>
                    <a:pt x="17472" y="135284"/>
                  </a:lnTo>
                  <a:lnTo>
                    <a:pt x="37939" y="97761"/>
                  </a:lnTo>
                  <a:lnTo>
                    <a:pt x="65007" y="65008"/>
                  </a:lnTo>
                  <a:lnTo>
                    <a:pt x="97761" y="37939"/>
                  </a:lnTo>
                  <a:lnTo>
                    <a:pt x="135284" y="17472"/>
                  </a:lnTo>
                  <a:lnTo>
                    <a:pt x="176661" y="4520"/>
                  </a:lnTo>
                  <a:lnTo>
                    <a:pt x="220979" y="0"/>
                  </a:lnTo>
                  <a:lnTo>
                    <a:pt x="5082536" y="0"/>
                  </a:lnTo>
                  <a:lnTo>
                    <a:pt x="5126853" y="4520"/>
                  </a:lnTo>
                  <a:lnTo>
                    <a:pt x="5168231" y="17472"/>
                  </a:lnTo>
                  <a:lnTo>
                    <a:pt x="5205754" y="37939"/>
                  </a:lnTo>
                  <a:lnTo>
                    <a:pt x="5238508" y="65008"/>
                  </a:lnTo>
                  <a:lnTo>
                    <a:pt x="5265576" y="97761"/>
                  </a:lnTo>
                  <a:lnTo>
                    <a:pt x="5286043" y="135284"/>
                  </a:lnTo>
                  <a:lnTo>
                    <a:pt x="5298995" y="176662"/>
                  </a:lnTo>
                  <a:lnTo>
                    <a:pt x="5303516" y="220979"/>
                  </a:lnTo>
                  <a:lnTo>
                    <a:pt x="5303516" y="1104899"/>
                  </a:lnTo>
                  <a:lnTo>
                    <a:pt x="5298995" y="1149216"/>
                  </a:lnTo>
                  <a:lnTo>
                    <a:pt x="5286043" y="1190594"/>
                  </a:lnTo>
                  <a:lnTo>
                    <a:pt x="5265576" y="1228117"/>
                  </a:lnTo>
                  <a:lnTo>
                    <a:pt x="5238508" y="1260871"/>
                  </a:lnTo>
                  <a:lnTo>
                    <a:pt x="5205754" y="1287939"/>
                  </a:lnTo>
                  <a:lnTo>
                    <a:pt x="5168231" y="1308406"/>
                  </a:lnTo>
                  <a:lnTo>
                    <a:pt x="5126853" y="1321358"/>
                  </a:lnTo>
                  <a:lnTo>
                    <a:pt x="5082536" y="1325879"/>
                  </a:lnTo>
                  <a:close/>
                </a:path>
              </a:pathLst>
            </a:custGeom>
            <a:solidFill>
              <a:srgbClr val="F4F7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6304593" y="1229674"/>
              <a:ext cx="5313680" cy="1336040"/>
            </a:xfrm>
            <a:custGeom>
              <a:avLst/>
              <a:gdLst/>
              <a:ahLst/>
              <a:cxnLst/>
              <a:rect l="l" t="t" r="r" b="b"/>
              <a:pathLst>
                <a:path w="5313680" h="1336039">
                  <a:moveTo>
                    <a:pt x="5087362" y="1335531"/>
                  </a:moveTo>
                  <a:lnTo>
                    <a:pt x="5087362" y="1330907"/>
                  </a:lnTo>
                  <a:lnTo>
                    <a:pt x="180632" y="1330907"/>
                  </a:lnTo>
                  <a:lnTo>
                    <a:pt x="138408" y="1317662"/>
                  </a:lnTo>
                  <a:lnTo>
                    <a:pt x="100002" y="1296734"/>
                  </a:lnTo>
                  <a:lnTo>
                    <a:pt x="66497" y="1269062"/>
                  </a:lnTo>
                  <a:lnTo>
                    <a:pt x="38817" y="1235587"/>
                  </a:lnTo>
                  <a:lnTo>
                    <a:pt x="17890" y="1197246"/>
                  </a:lnTo>
                  <a:lnTo>
                    <a:pt x="4646" y="1154979"/>
                  </a:lnTo>
                  <a:lnTo>
                    <a:pt x="12" y="1109725"/>
                  </a:lnTo>
                  <a:lnTo>
                    <a:pt x="0" y="225805"/>
                  </a:lnTo>
                  <a:lnTo>
                    <a:pt x="4618" y="180515"/>
                  </a:lnTo>
                  <a:lnTo>
                    <a:pt x="17851" y="138231"/>
                  </a:lnTo>
                  <a:lnTo>
                    <a:pt x="38763" y="99888"/>
                  </a:lnTo>
                  <a:lnTo>
                    <a:pt x="66420" y="66420"/>
                  </a:lnTo>
                  <a:lnTo>
                    <a:pt x="99888" y="38763"/>
                  </a:lnTo>
                  <a:lnTo>
                    <a:pt x="138231" y="17851"/>
                  </a:lnTo>
                  <a:lnTo>
                    <a:pt x="180515" y="4618"/>
                  </a:lnTo>
                  <a:lnTo>
                    <a:pt x="225805" y="0"/>
                  </a:lnTo>
                  <a:lnTo>
                    <a:pt x="225805" y="4618"/>
                  </a:lnTo>
                  <a:lnTo>
                    <a:pt x="5132794" y="4618"/>
                  </a:lnTo>
                  <a:lnTo>
                    <a:pt x="5148287" y="9524"/>
                  </a:lnTo>
                  <a:lnTo>
                    <a:pt x="225805" y="9524"/>
                  </a:lnTo>
                  <a:lnTo>
                    <a:pt x="176476" y="15280"/>
                  </a:lnTo>
                  <a:lnTo>
                    <a:pt x="131054" y="31653"/>
                  </a:lnTo>
                  <a:lnTo>
                    <a:pt x="90881" y="57301"/>
                  </a:lnTo>
                  <a:lnTo>
                    <a:pt x="57301" y="90881"/>
                  </a:lnTo>
                  <a:lnTo>
                    <a:pt x="31653" y="131054"/>
                  </a:lnTo>
                  <a:lnTo>
                    <a:pt x="15280" y="176476"/>
                  </a:lnTo>
                  <a:lnTo>
                    <a:pt x="9524" y="225805"/>
                  </a:lnTo>
                  <a:lnTo>
                    <a:pt x="9524" y="1109725"/>
                  </a:lnTo>
                  <a:lnTo>
                    <a:pt x="15280" y="1159055"/>
                  </a:lnTo>
                  <a:lnTo>
                    <a:pt x="31653" y="1204477"/>
                  </a:lnTo>
                  <a:lnTo>
                    <a:pt x="57301" y="1244649"/>
                  </a:lnTo>
                  <a:lnTo>
                    <a:pt x="90881" y="1278230"/>
                  </a:lnTo>
                  <a:lnTo>
                    <a:pt x="131054" y="1303878"/>
                  </a:lnTo>
                  <a:lnTo>
                    <a:pt x="176476" y="1320250"/>
                  </a:lnTo>
                  <a:lnTo>
                    <a:pt x="225805" y="1326006"/>
                  </a:lnTo>
                  <a:lnTo>
                    <a:pt x="5148298" y="1326006"/>
                  </a:lnTo>
                  <a:lnTo>
                    <a:pt x="5132652" y="1330907"/>
                  </a:lnTo>
                  <a:lnTo>
                    <a:pt x="5087362" y="1335531"/>
                  </a:lnTo>
                  <a:close/>
                </a:path>
                <a:path w="5313680" h="1336039">
                  <a:moveTo>
                    <a:pt x="5087362" y="4618"/>
                  </a:moveTo>
                  <a:lnTo>
                    <a:pt x="225805" y="4618"/>
                  </a:lnTo>
                  <a:lnTo>
                    <a:pt x="225805" y="0"/>
                  </a:lnTo>
                  <a:lnTo>
                    <a:pt x="5087362" y="0"/>
                  </a:lnTo>
                  <a:lnTo>
                    <a:pt x="5087362" y="4618"/>
                  </a:lnTo>
                  <a:close/>
                </a:path>
                <a:path w="5313680" h="1336039">
                  <a:moveTo>
                    <a:pt x="5132616" y="4618"/>
                  </a:moveTo>
                  <a:lnTo>
                    <a:pt x="5087362" y="4618"/>
                  </a:lnTo>
                  <a:lnTo>
                    <a:pt x="5087362" y="0"/>
                  </a:lnTo>
                  <a:lnTo>
                    <a:pt x="5132616" y="4618"/>
                  </a:lnTo>
                  <a:close/>
                </a:path>
                <a:path w="5313680" h="1336039">
                  <a:moveTo>
                    <a:pt x="5148298" y="1326006"/>
                  </a:moveTo>
                  <a:lnTo>
                    <a:pt x="5087362" y="1326006"/>
                  </a:lnTo>
                  <a:lnTo>
                    <a:pt x="5136692" y="1320250"/>
                  </a:lnTo>
                  <a:lnTo>
                    <a:pt x="5182114" y="1303878"/>
                  </a:lnTo>
                  <a:lnTo>
                    <a:pt x="5222286" y="1278230"/>
                  </a:lnTo>
                  <a:lnTo>
                    <a:pt x="5255867" y="1244649"/>
                  </a:lnTo>
                  <a:lnTo>
                    <a:pt x="5281515" y="1204477"/>
                  </a:lnTo>
                  <a:lnTo>
                    <a:pt x="5297888" y="1159055"/>
                  </a:lnTo>
                  <a:lnTo>
                    <a:pt x="5303644" y="1109725"/>
                  </a:lnTo>
                  <a:lnTo>
                    <a:pt x="5303644" y="225805"/>
                  </a:lnTo>
                  <a:lnTo>
                    <a:pt x="5297888" y="176476"/>
                  </a:lnTo>
                  <a:lnTo>
                    <a:pt x="5281515" y="131054"/>
                  </a:lnTo>
                  <a:lnTo>
                    <a:pt x="5255867" y="90881"/>
                  </a:lnTo>
                  <a:lnTo>
                    <a:pt x="5222286" y="57301"/>
                  </a:lnTo>
                  <a:lnTo>
                    <a:pt x="5182114" y="31653"/>
                  </a:lnTo>
                  <a:lnTo>
                    <a:pt x="5136692" y="15280"/>
                  </a:lnTo>
                  <a:lnTo>
                    <a:pt x="5087362" y="9524"/>
                  </a:lnTo>
                  <a:lnTo>
                    <a:pt x="5148287" y="9524"/>
                  </a:lnTo>
                  <a:lnTo>
                    <a:pt x="5213224" y="38763"/>
                  </a:lnTo>
                  <a:lnTo>
                    <a:pt x="5246699" y="66420"/>
                  </a:lnTo>
                  <a:lnTo>
                    <a:pt x="5274371" y="99888"/>
                  </a:lnTo>
                  <a:lnTo>
                    <a:pt x="5295298" y="138231"/>
                  </a:lnTo>
                  <a:lnTo>
                    <a:pt x="5308544" y="180515"/>
                  </a:lnTo>
                  <a:lnTo>
                    <a:pt x="5313168" y="225805"/>
                  </a:lnTo>
                  <a:lnTo>
                    <a:pt x="5313168" y="1109725"/>
                  </a:lnTo>
                  <a:lnTo>
                    <a:pt x="5308549" y="1154979"/>
                  </a:lnTo>
                  <a:lnTo>
                    <a:pt x="5295316" y="1197246"/>
                  </a:lnTo>
                  <a:lnTo>
                    <a:pt x="5274404" y="1235587"/>
                  </a:lnTo>
                  <a:lnTo>
                    <a:pt x="5246747" y="1269062"/>
                  </a:lnTo>
                  <a:lnTo>
                    <a:pt x="5213279" y="1296734"/>
                  </a:lnTo>
                  <a:lnTo>
                    <a:pt x="5174936" y="1317662"/>
                  </a:lnTo>
                  <a:lnTo>
                    <a:pt x="5148298" y="1326006"/>
                  </a:lnTo>
                  <a:close/>
                </a:path>
                <a:path w="5313680" h="1336039">
                  <a:moveTo>
                    <a:pt x="225805" y="1335531"/>
                  </a:moveTo>
                  <a:lnTo>
                    <a:pt x="180872" y="1330907"/>
                  </a:lnTo>
                  <a:lnTo>
                    <a:pt x="225805" y="1330907"/>
                  </a:lnTo>
                  <a:lnTo>
                    <a:pt x="225805" y="1335531"/>
                  </a:lnTo>
                  <a:close/>
                </a:path>
                <a:path w="5313680" h="1336039">
                  <a:moveTo>
                    <a:pt x="5087362" y="1335531"/>
                  </a:moveTo>
                  <a:lnTo>
                    <a:pt x="225805" y="1335531"/>
                  </a:lnTo>
                  <a:lnTo>
                    <a:pt x="225805" y="1330907"/>
                  </a:lnTo>
                  <a:lnTo>
                    <a:pt x="5087362" y="1330907"/>
                  </a:lnTo>
                  <a:lnTo>
                    <a:pt x="5087362" y="1335531"/>
                  </a:lnTo>
                  <a:close/>
                </a:path>
              </a:pathLst>
            </a:custGeom>
            <a:solidFill>
              <a:srgbClr val="DBE3E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6309419" y="2560252"/>
              <a:ext cx="73660" cy="23495"/>
            </a:xfrm>
            <a:custGeom>
              <a:avLst/>
              <a:gdLst/>
              <a:ahLst/>
              <a:cxnLst/>
              <a:rect l="l" t="t" r="r" b="b"/>
              <a:pathLst>
                <a:path w="73660" h="23494">
                  <a:moveTo>
                    <a:pt x="0" y="23113"/>
                  </a:moveTo>
                  <a:lnTo>
                    <a:pt x="73151" y="23113"/>
                  </a:lnTo>
                  <a:lnTo>
                    <a:pt x="73151" y="0"/>
                  </a:lnTo>
                  <a:lnTo>
                    <a:pt x="0" y="0"/>
                  </a:lnTo>
                  <a:lnTo>
                    <a:pt x="0" y="23113"/>
                  </a:lnTo>
                  <a:close/>
                </a:path>
              </a:pathLst>
            </a:custGeom>
            <a:solidFill>
              <a:srgbClr val="000000">
                <a:alpha val="348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6309419" y="1234373"/>
              <a:ext cx="73660" cy="1325880"/>
            </a:xfrm>
            <a:custGeom>
              <a:avLst/>
              <a:gdLst/>
              <a:ahLst/>
              <a:cxnLst/>
              <a:rect l="l" t="t" r="r" b="b"/>
              <a:pathLst>
                <a:path w="73660" h="1325880">
                  <a:moveTo>
                    <a:pt x="73151" y="1325879"/>
                  </a:moveTo>
                  <a:lnTo>
                    <a:pt x="0" y="1325879"/>
                  </a:lnTo>
                  <a:lnTo>
                    <a:pt x="0" y="0"/>
                  </a:lnTo>
                  <a:lnTo>
                    <a:pt x="73151" y="0"/>
                  </a:lnTo>
                  <a:lnTo>
                    <a:pt x="73151" y="1325879"/>
                  </a:lnTo>
                  <a:close/>
                </a:path>
              </a:pathLst>
            </a:custGeom>
            <a:solidFill>
              <a:srgbClr val="1A905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2" name="object 42"/>
          <p:cNvSpPr txBox="1"/>
          <p:nvPr/>
        </p:nvSpPr>
        <p:spPr>
          <a:xfrm>
            <a:off x="6598411" y="1481258"/>
            <a:ext cx="4213860" cy="826135"/>
          </a:xfrm>
          <a:prstGeom prst="rect">
            <a:avLst/>
          </a:prstGeom>
        </p:spPr>
        <p:txBody>
          <a:bodyPr wrap="square" lIns="0" tIns="565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dirty="0" sz="1700" spc="-10" b="1" i="1">
                <a:solidFill>
                  <a:srgbClr val="092649"/>
                </a:solidFill>
                <a:latin typeface="Arial"/>
                <a:cs typeface="Arial"/>
              </a:rPr>
              <a:t>AI-</a:t>
            </a:r>
            <a:r>
              <a:rPr dirty="0" sz="1700" b="1" i="1">
                <a:solidFill>
                  <a:srgbClr val="092649"/>
                </a:solidFill>
                <a:latin typeface="Arial"/>
                <a:cs typeface="Arial"/>
              </a:rPr>
              <a:t>Assisted</a:t>
            </a:r>
            <a:r>
              <a:rPr dirty="0" sz="1700" spc="-70" b="1" i="1">
                <a:solidFill>
                  <a:srgbClr val="092649"/>
                </a:solidFill>
                <a:latin typeface="Arial"/>
                <a:cs typeface="Arial"/>
              </a:rPr>
              <a:t> </a:t>
            </a:r>
            <a:r>
              <a:rPr dirty="0" sz="1700" spc="-10" b="1" i="1">
                <a:solidFill>
                  <a:srgbClr val="092649"/>
                </a:solidFill>
                <a:latin typeface="Arial"/>
                <a:cs typeface="Arial"/>
              </a:rPr>
              <a:t>Ranking</a:t>
            </a:r>
            <a:endParaRPr sz="1700">
              <a:latin typeface="Arial"/>
              <a:cs typeface="Arial"/>
            </a:endParaRPr>
          </a:p>
          <a:p>
            <a:pPr marL="12700" marR="5080">
              <a:lnSpc>
                <a:spcPct val="116100"/>
              </a:lnSpc>
              <a:spcBef>
                <a:spcPts val="15"/>
              </a:spcBef>
            </a:pPr>
            <a:r>
              <a:rPr dirty="0" sz="1400">
                <a:solidFill>
                  <a:srgbClr val="161D29"/>
                </a:solidFill>
                <a:latin typeface="Arial MT"/>
                <a:cs typeface="Arial MT"/>
              </a:rPr>
              <a:t>Uses</a:t>
            </a:r>
            <a:r>
              <a:rPr dirty="0" sz="1400" spc="-30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61D29"/>
                </a:solidFill>
                <a:latin typeface="Arial MT"/>
                <a:cs typeface="Arial MT"/>
              </a:rPr>
              <a:t>real</a:t>
            </a:r>
            <a:r>
              <a:rPr dirty="0" sz="1400" spc="-25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61D29"/>
                </a:solidFill>
                <a:latin typeface="Arial MT"/>
                <a:cs typeface="Arial MT"/>
              </a:rPr>
              <a:t>platform</a:t>
            </a:r>
            <a:r>
              <a:rPr dirty="0" sz="1400" spc="-25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61D29"/>
                </a:solidFill>
                <a:latin typeface="Arial MT"/>
                <a:cs typeface="Arial MT"/>
              </a:rPr>
              <a:t>context</a:t>
            </a:r>
            <a:r>
              <a:rPr dirty="0" sz="1400" spc="-25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61D29"/>
                </a:solidFill>
                <a:latin typeface="Arial MT"/>
                <a:cs typeface="Arial MT"/>
              </a:rPr>
              <a:t>to</a:t>
            </a:r>
            <a:r>
              <a:rPr dirty="0" sz="1400" spc="-25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61D29"/>
                </a:solidFill>
                <a:latin typeface="Arial MT"/>
                <a:cs typeface="Arial MT"/>
              </a:rPr>
              <a:t>support</a:t>
            </a:r>
            <a:r>
              <a:rPr dirty="0" sz="1400" spc="-25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61D29"/>
                </a:solidFill>
                <a:latin typeface="Arial MT"/>
                <a:cs typeface="Arial MT"/>
              </a:rPr>
              <a:t>smarter</a:t>
            </a:r>
            <a:r>
              <a:rPr dirty="0" sz="1400" spc="-25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400" spc="-10">
                <a:solidFill>
                  <a:srgbClr val="161D29"/>
                </a:solidFill>
                <a:latin typeface="Arial MT"/>
                <a:cs typeface="Arial MT"/>
              </a:rPr>
              <a:t>parking recommendations.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681034" y="2829874"/>
            <a:ext cx="5313680" cy="1358900"/>
            <a:chOff x="681034" y="2829874"/>
            <a:chExt cx="5313680" cy="1358900"/>
          </a:xfrm>
        </p:grpSpPr>
        <p:sp>
          <p:nvSpPr>
            <p:cNvPr id="9" name="object 9"/>
            <p:cNvSpPr/>
            <p:nvPr/>
          </p:nvSpPr>
          <p:spPr>
            <a:xfrm>
              <a:off x="681034" y="2852861"/>
              <a:ext cx="5313680" cy="1336040"/>
            </a:xfrm>
            <a:custGeom>
              <a:avLst/>
              <a:gdLst/>
              <a:ahLst/>
              <a:cxnLst/>
              <a:rect l="l" t="t" r="r" b="b"/>
              <a:pathLst>
                <a:path w="5313680" h="1336039">
                  <a:moveTo>
                    <a:pt x="5090537" y="1335531"/>
                  </a:moveTo>
                  <a:lnTo>
                    <a:pt x="222630" y="1335531"/>
                  </a:lnTo>
                  <a:lnTo>
                    <a:pt x="178103" y="1330971"/>
                  </a:lnTo>
                  <a:lnTo>
                    <a:pt x="136473" y="1317908"/>
                  </a:lnTo>
                  <a:lnTo>
                    <a:pt x="98601" y="1297269"/>
                  </a:lnTo>
                  <a:lnTo>
                    <a:pt x="65557" y="1269983"/>
                  </a:lnTo>
                  <a:lnTo>
                    <a:pt x="38255" y="1236976"/>
                  </a:lnTo>
                  <a:lnTo>
                    <a:pt x="17615" y="1199175"/>
                  </a:lnTo>
                  <a:lnTo>
                    <a:pt x="4556" y="1157507"/>
                  </a:lnTo>
                  <a:lnTo>
                    <a:pt x="0" y="1112900"/>
                  </a:lnTo>
                  <a:lnTo>
                    <a:pt x="0" y="222630"/>
                  </a:lnTo>
                  <a:lnTo>
                    <a:pt x="4555" y="177987"/>
                  </a:lnTo>
                  <a:lnTo>
                    <a:pt x="17605" y="136302"/>
                  </a:lnTo>
                  <a:lnTo>
                    <a:pt x="38227" y="98499"/>
                  </a:lnTo>
                  <a:lnTo>
                    <a:pt x="65500" y="65500"/>
                  </a:lnTo>
                  <a:lnTo>
                    <a:pt x="98499" y="38227"/>
                  </a:lnTo>
                  <a:lnTo>
                    <a:pt x="136302" y="17605"/>
                  </a:lnTo>
                  <a:lnTo>
                    <a:pt x="177987" y="4555"/>
                  </a:lnTo>
                  <a:lnTo>
                    <a:pt x="222630" y="0"/>
                  </a:lnTo>
                  <a:lnTo>
                    <a:pt x="5090537" y="0"/>
                  </a:lnTo>
                  <a:lnTo>
                    <a:pt x="5135144" y="4555"/>
                  </a:lnTo>
                  <a:lnTo>
                    <a:pt x="5176812" y="17605"/>
                  </a:lnTo>
                  <a:lnTo>
                    <a:pt x="5214613" y="38227"/>
                  </a:lnTo>
                  <a:lnTo>
                    <a:pt x="5247621" y="65500"/>
                  </a:lnTo>
                  <a:lnTo>
                    <a:pt x="5274907" y="98499"/>
                  </a:lnTo>
                  <a:lnTo>
                    <a:pt x="5295545" y="136302"/>
                  </a:lnTo>
                  <a:lnTo>
                    <a:pt x="5308608" y="177987"/>
                  </a:lnTo>
                  <a:lnTo>
                    <a:pt x="5313168" y="222630"/>
                  </a:lnTo>
                  <a:lnTo>
                    <a:pt x="5313168" y="1112900"/>
                  </a:lnTo>
                  <a:lnTo>
                    <a:pt x="5308613" y="1157507"/>
                  </a:lnTo>
                  <a:lnTo>
                    <a:pt x="5295563" y="1199175"/>
                  </a:lnTo>
                  <a:lnTo>
                    <a:pt x="5274940" y="1236976"/>
                  </a:lnTo>
                  <a:lnTo>
                    <a:pt x="5247668" y="1269983"/>
                  </a:lnTo>
                  <a:lnTo>
                    <a:pt x="5214669" y="1297269"/>
                  </a:lnTo>
                  <a:lnTo>
                    <a:pt x="5176865" y="1317908"/>
                  </a:lnTo>
                  <a:lnTo>
                    <a:pt x="5135181" y="1330971"/>
                  </a:lnTo>
                  <a:lnTo>
                    <a:pt x="5090537" y="1335531"/>
                  </a:lnTo>
                  <a:close/>
                </a:path>
              </a:pathLst>
            </a:custGeom>
            <a:solidFill>
              <a:srgbClr val="000000">
                <a:alpha val="348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685733" y="2834700"/>
              <a:ext cx="5303520" cy="1325880"/>
            </a:xfrm>
            <a:custGeom>
              <a:avLst/>
              <a:gdLst/>
              <a:ahLst/>
              <a:cxnLst/>
              <a:rect l="l" t="t" r="r" b="b"/>
              <a:pathLst>
                <a:path w="5303520" h="1325879">
                  <a:moveTo>
                    <a:pt x="5082537" y="1325879"/>
                  </a:moveTo>
                  <a:lnTo>
                    <a:pt x="221106" y="1325879"/>
                  </a:lnTo>
                  <a:lnTo>
                    <a:pt x="176789" y="1321358"/>
                  </a:lnTo>
                  <a:lnTo>
                    <a:pt x="135411" y="1308407"/>
                  </a:lnTo>
                  <a:lnTo>
                    <a:pt x="97888" y="1287939"/>
                  </a:lnTo>
                  <a:lnTo>
                    <a:pt x="65135" y="1260871"/>
                  </a:lnTo>
                  <a:lnTo>
                    <a:pt x="38067" y="1228118"/>
                  </a:lnTo>
                  <a:lnTo>
                    <a:pt x="17599" y="1190594"/>
                  </a:lnTo>
                  <a:lnTo>
                    <a:pt x="4647" y="1149216"/>
                  </a:lnTo>
                  <a:lnTo>
                    <a:pt x="127" y="1104899"/>
                  </a:lnTo>
                  <a:lnTo>
                    <a:pt x="0" y="220979"/>
                  </a:lnTo>
                  <a:lnTo>
                    <a:pt x="4520" y="176662"/>
                  </a:lnTo>
                  <a:lnTo>
                    <a:pt x="17472" y="135284"/>
                  </a:lnTo>
                  <a:lnTo>
                    <a:pt x="37939" y="97761"/>
                  </a:lnTo>
                  <a:lnTo>
                    <a:pt x="65008" y="65008"/>
                  </a:lnTo>
                  <a:lnTo>
                    <a:pt x="97761" y="37940"/>
                  </a:lnTo>
                  <a:lnTo>
                    <a:pt x="135284" y="17472"/>
                  </a:lnTo>
                  <a:lnTo>
                    <a:pt x="176662" y="4520"/>
                  </a:lnTo>
                  <a:lnTo>
                    <a:pt x="220979" y="0"/>
                  </a:lnTo>
                  <a:lnTo>
                    <a:pt x="5082537" y="0"/>
                  </a:lnTo>
                  <a:lnTo>
                    <a:pt x="5126854" y="4520"/>
                  </a:lnTo>
                  <a:lnTo>
                    <a:pt x="5168232" y="17472"/>
                  </a:lnTo>
                  <a:lnTo>
                    <a:pt x="5205755" y="37940"/>
                  </a:lnTo>
                  <a:lnTo>
                    <a:pt x="5238508" y="65008"/>
                  </a:lnTo>
                  <a:lnTo>
                    <a:pt x="5265576" y="97761"/>
                  </a:lnTo>
                  <a:lnTo>
                    <a:pt x="5286044" y="135284"/>
                  </a:lnTo>
                  <a:lnTo>
                    <a:pt x="5298996" y="176662"/>
                  </a:lnTo>
                  <a:lnTo>
                    <a:pt x="5303517" y="220979"/>
                  </a:lnTo>
                  <a:lnTo>
                    <a:pt x="5303517" y="1104899"/>
                  </a:lnTo>
                  <a:lnTo>
                    <a:pt x="5298996" y="1149216"/>
                  </a:lnTo>
                  <a:lnTo>
                    <a:pt x="5286044" y="1190594"/>
                  </a:lnTo>
                  <a:lnTo>
                    <a:pt x="5265576" y="1228118"/>
                  </a:lnTo>
                  <a:lnTo>
                    <a:pt x="5238508" y="1260871"/>
                  </a:lnTo>
                  <a:lnTo>
                    <a:pt x="5205755" y="1287939"/>
                  </a:lnTo>
                  <a:lnTo>
                    <a:pt x="5168232" y="1308407"/>
                  </a:lnTo>
                  <a:lnTo>
                    <a:pt x="5126854" y="1321358"/>
                  </a:lnTo>
                  <a:lnTo>
                    <a:pt x="5082537" y="1325879"/>
                  </a:lnTo>
                  <a:close/>
                </a:path>
              </a:pathLst>
            </a:custGeom>
            <a:solidFill>
              <a:srgbClr val="F4F7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681034" y="2829874"/>
              <a:ext cx="5313680" cy="1336040"/>
            </a:xfrm>
            <a:custGeom>
              <a:avLst/>
              <a:gdLst/>
              <a:ahLst/>
              <a:cxnLst/>
              <a:rect l="l" t="t" r="r" b="b"/>
              <a:pathLst>
                <a:path w="5313680" h="1336039">
                  <a:moveTo>
                    <a:pt x="5087362" y="1335531"/>
                  </a:moveTo>
                  <a:lnTo>
                    <a:pt x="5087362" y="1330907"/>
                  </a:lnTo>
                  <a:lnTo>
                    <a:pt x="180632" y="1330907"/>
                  </a:lnTo>
                  <a:lnTo>
                    <a:pt x="138408" y="1317662"/>
                  </a:lnTo>
                  <a:lnTo>
                    <a:pt x="100003" y="1296734"/>
                  </a:lnTo>
                  <a:lnTo>
                    <a:pt x="66497" y="1269062"/>
                  </a:lnTo>
                  <a:lnTo>
                    <a:pt x="38817" y="1235587"/>
                  </a:lnTo>
                  <a:lnTo>
                    <a:pt x="17890" y="1197246"/>
                  </a:lnTo>
                  <a:lnTo>
                    <a:pt x="4646" y="1154979"/>
                  </a:lnTo>
                  <a:lnTo>
                    <a:pt x="12" y="1109725"/>
                  </a:lnTo>
                  <a:lnTo>
                    <a:pt x="0" y="225805"/>
                  </a:lnTo>
                  <a:lnTo>
                    <a:pt x="4618" y="180515"/>
                  </a:lnTo>
                  <a:lnTo>
                    <a:pt x="17851" y="138231"/>
                  </a:lnTo>
                  <a:lnTo>
                    <a:pt x="38763" y="99888"/>
                  </a:lnTo>
                  <a:lnTo>
                    <a:pt x="66420" y="66421"/>
                  </a:lnTo>
                  <a:lnTo>
                    <a:pt x="99888" y="38763"/>
                  </a:lnTo>
                  <a:lnTo>
                    <a:pt x="138231" y="17851"/>
                  </a:lnTo>
                  <a:lnTo>
                    <a:pt x="180515" y="4618"/>
                  </a:lnTo>
                  <a:lnTo>
                    <a:pt x="225805" y="0"/>
                  </a:lnTo>
                  <a:lnTo>
                    <a:pt x="225805" y="4618"/>
                  </a:lnTo>
                  <a:lnTo>
                    <a:pt x="5132794" y="4618"/>
                  </a:lnTo>
                  <a:lnTo>
                    <a:pt x="5148288" y="9524"/>
                  </a:lnTo>
                  <a:lnTo>
                    <a:pt x="225805" y="9524"/>
                  </a:lnTo>
                  <a:lnTo>
                    <a:pt x="176476" y="15280"/>
                  </a:lnTo>
                  <a:lnTo>
                    <a:pt x="131054" y="31653"/>
                  </a:lnTo>
                  <a:lnTo>
                    <a:pt x="90881" y="57301"/>
                  </a:lnTo>
                  <a:lnTo>
                    <a:pt x="57300" y="90882"/>
                  </a:lnTo>
                  <a:lnTo>
                    <a:pt x="31653" y="131054"/>
                  </a:lnTo>
                  <a:lnTo>
                    <a:pt x="15280" y="176476"/>
                  </a:lnTo>
                  <a:lnTo>
                    <a:pt x="9524" y="225805"/>
                  </a:lnTo>
                  <a:lnTo>
                    <a:pt x="9524" y="1109725"/>
                  </a:lnTo>
                  <a:lnTo>
                    <a:pt x="15280" y="1159055"/>
                  </a:lnTo>
                  <a:lnTo>
                    <a:pt x="31653" y="1204477"/>
                  </a:lnTo>
                  <a:lnTo>
                    <a:pt x="57300" y="1244649"/>
                  </a:lnTo>
                  <a:lnTo>
                    <a:pt x="90881" y="1278230"/>
                  </a:lnTo>
                  <a:lnTo>
                    <a:pt x="131054" y="1303878"/>
                  </a:lnTo>
                  <a:lnTo>
                    <a:pt x="176476" y="1320250"/>
                  </a:lnTo>
                  <a:lnTo>
                    <a:pt x="225805" y="1326006"/>
                  </a:lnTo>
                  <a:lnTo>
                    <a:pt x="5148299" y="1326006"/>
                  </a:lnTo>
                  <a:lnTo>
                    <a:pt x="5132653" y="1330907"/>
                  </a:lnTo>
                  <a:lnTo>
                    <a:pt x="5087362" y="1335531"/>
                  </a:lnTo>
                  <a:close/>
                </a:path>
                <a:path w="5313680" h="1336039">
                  <a:moveTo>
                    <a:pt x="5087362" y="4618"/>
                  </a:moveTo>
                  <a:lnTo>
                    <a:pt x="225805" y="4618"/>
                  </a:lnTo>
                  <a:lnTo>
                    <a:pt x="225805" y="0"/>
                  </a:lnTo>
                  <a:lnTo>
                    <a:pt x="5087362" y="0"/>
                  </a:lnTo>
                  <a:lnTo>
                    <a:pt x="5087362" y="4618"/>
                  </a:lnTo>
                  <a:close/>
                </a:path>
                <a:path w="5313680" h="1336039">
                  <a:moveTo>
                    <a:pt x="5132616" y="4618"/>
                  </a:moveTo>
                  <a:lnTo>
                    <a:pt x="5087362" y="4618"/>
                  </a:lnTo>
                  <a:lnTo>
                    <a:pt x="5087362" y="0"/>
                  </a:lnTo>
                  <a:lnTo>
                    <a:pt x="5132616" y="4618"/>
                  </a:lnTo>
                  <a:close/>
                </a:path>
                <a:path w="5313680" h="1336039">
                  <a:moveTo>
                    <a:pt x="5148299" y="1326006"/>
                  </a:moveTo>
                  <a:lnTo>
                    <a:pt x="5087362" y="1326006"/>
                  </a:lnTo>
                  <a:lnTo>
                    <a:pt x="5136692" y="1320250"/>
                  </a:lnTo>
                  <a:lnTo>
                    <a:pt x="5182114" y="1303878"/>
                  </a:lnTo>
                  <a:lnTo>
                    <a:pt x="5222286" y="1278230"/>
                  </a:lnTo>
                  <a:lnTo>
                    <a:pt x="5255867" y="1244649"/>
                  </a:lnTo>
                  <a:lnTo>
                    <a:pt x="5281515" y="1204477"/>
                  </a:lnTo>
                  <a:lnTo>
                    <a:pt x="5297888" y="1159055"/>
                  </a:lnTo>
                  <a:lnTo>
                    <a:pt x="5303643" y="1109725"/>
                  </a:lnTo>
                  <a:lnTo>
                    <a:pt x="5303643" y="225805"/>
                  </a:lnTo>
                  <a:lnTo>
                    <a:pt x="5297888" y="176476"/>
                  </a:lnTo>
                  <a:lnTo>
                    <a:pt x="5281515" y="131054"/>
                  </a:lnTo>
                  <a:lnTo>
                    <a:pt x="5255867" y="90882"/>
                  </a:lnTo>
                  <a:lnTo>
                    <a:pt x="5222286" y="57301"/>
                  </a:lnTo>
                  <a:lnTo>
                    <a:pt x="5182114" y="31653"/>
                  </a:lnTo>
                  <a:lnTo>
                    <a:pt x="5136692" y="15280"/>
                  </a:lnTo>
                  <a:lnTo>
                    <a:pt x="5087362" y="9524"/>
                  </a:lnTo>
                  <a:lnTo>
                    <a:pt x="5148288" y="9524"/>
                  </a:lnTo>
                  <a:lnTo>
                    <a:pt x="5213224" y="38763"/>
                  </a:lnTo>
                  <a:lnTo>
                    <a:pt x="5246700" y="66421"/>
                  </a:lnTo>
                  <a:lnTo>
                    <a:pt x="5274371" y="99888"/>
                  </a:lnTo>
                  <a:lnTo>
                    <a:pt x="5295299" y="138231"/>
                  </a:lnTo>
                  <a:lnTo>
                    <a:pt x="5308545" y="180515"/>
                  </a:lnTo>
                  <a:lnTo>
                    <a:pt x="5313168" y="225805"/>
                  </a:lnTo>
                  <a:lnTo>
                    <a:pt x="5313168" y="1109725"/>
                  </a:lnTo>
                  <a:lnTo>
                    <a:pt x="5308550" y="1154979"/>
                  </a:lnTo>
                  <a:lnTo>
                    <a:pt x="5295317" y="1197246"/>
                  </a:lnTo>
                  <a:lnTo>
                    <a:pt x="5274405" y="1235587"/>
                  </a:lnTo>
                  <a:lnTo>
                    <a:pt x="5246747" y="1269062"/>
                  </a:lnTo>
                  <a:lnTo>
                    <a:pt x="5213280" y="1296734"/>
                  </a:lnTo>
                  <a:lnTo>
                    <a:pt x="5174937" y="1317662"/>
                  </a:lnTo>
                  <a:lnTo>
                    <a:pt x="5148299" y="1326006"/>
                  </a:lnTo>
                  <a:close/>
                </a:path>
                <a:path w="5313680" h="1336039">
                  <a:moveTo>
                    <a:pt x="225805" y="1335531"/>
                  </a:moveTo>
                  <a:lnTo>
                    <a:pt x="180872" y="1330907"/>
                  </a:lnTo>
                  <a:lnTo>
                    <a:pt x="225805" y="1330907"/>
                  </a:lnTo>
                  <a:lnTo>
                    <a:pt x="225805" y="1335531"/>
                  </a:lnTo>
                  <a:close/>
                </a:path>
                <a:path w="5313680" h="1336039">
                  <a:moveTo>
                    <a:pt x="5087362" y="1335531"/>
                  </a:moveTo>
                  <a:lnTo>
                    <a:pt x="225805" y="1335531"/>
                  </a:lnTo>
                  <a:lnTo>
                    <a:pt x="225805" y="1330907"/>
                  </a:lnTo>
                  <a:lnTo>
                    <a:pt x="5087362" y="1330907"/>
                  </a:lnTo>
                  <a:lnTo>
                    <a:pt x="5087362" y="1335531"/>
                  </a:lnTo>
                  <a:close/>
                </a:path>
              </a:pathLst>
            </a:custGeom>
            <a:solidFill>
              <a:srgbClr val="DBE3E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685860" y="4160453"/>
              <a:ext cx="73660" cy="23495"/>
            </a:xfrm>
            <a:custGeom>
              <a:avLst/>
              <a:gdLst/>
              <a:ahLst/>
              <a:cxnLst/>
              <a:rect l="l" t="t" r="r" b="b"/>
              <a:pathLst>
                <a:path w="73659" h="23495">
                  <a:moveTo>
                    <a:pt x="0" y="23113"/>
                  </a:moveTo>
                  <a:lnTo>
                    <a:pt x="73151" y="23113"/>
                  </a:lnTo>
                  <a:lnTo>
                    <a:pt x="73151" y="0"/>
                  </a:lnTo>
                  <a:lnTo>
                    <a:pt x="0" y="0"/>
                  </a:lnTo>
                  <a:lnTo>
                    <a:pt x="0" y="23113"/>
                  </a:lnTo>
                  <a:close/>
                </a:path>
              </a:pathLst>
            </a:custGeom>
            <a:solidFill>
              <a:srgbClr val="000000">
                <a:alpha val="348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685860" y="2834573"/>
              <a:ext cx="73660" cy="1325880"/>
            </a:xfrm>
            <a:custGeom>
              <a:avLst/>
              <a:gdLst/>
              <a:ahLst/>
              <a:cxnLst/>
              <a:rect l="l" t="t" r="r" b="b"/>
              <a:pathLst>
                <a:path w="73659" h="1325879">
                  <a:moveTo>
                    <a:pt x="73151" y="1325879"/>
                  </a:moveTo>
                  <a:lnTo>
                    <a:pt x="0" y="1325879"/>
                  </a:lnTo>
                  <a:lnTo>
                    <a:pt x="0" y="0"/>
                  </a:lnTo>
                  <a:lnTo>
                    <a:pt x="73151" y="0"/>
                  </a:lnTo>
                  <a:lnTo>
                    <a:pt x="73151" y="1325879"/>
                  </a:lnTo>
                  <a:close/>
                </a:path>
              </a:pathLst>
            </a:custGeom>
            <a:solidFill>
              <a:srgbClr val="6F4B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0" name="object 40"/>
          <p:cNvSpPr txBox="1"/>
          <p:nvPr/>
        </p:nvSpPr>
        <p:spPr>
          <a:xfrm>
            <a:off x="974851" y="3081458"/>
            <a:ext cx="4739005" cy="578485"/>
          </a:xfrm>
          <a:prstGeom prst="rect">
            <a:avLst/>
          </a:prstGeom>
        </p:spPr>
        <p:txBody>
          <a:bodyPr wrap="square" lIns="0" tIns="565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dirty="0" sz="1700" b="1" i="1">
                <a:solidFill>
                  <a:srgbClr val="092649"/>
                </a:solidFill>
                <a:latin typeface="Arial"/>
                <a:cs typeface="Arial"/>
              </a:rPr>
              <a:t>Owner</a:t>
            </a:r>
            <a:r>
              <a:rPr dirty="0" sz="1700" spc="-65" b="1" i="1">
                <a:solidFill>
                  <a:srgbClr val="092649"/>
                </a:solidFill>
                <a:latin typeface="Arial"/>
                <a:cs typeface="Arial"/>
              </a:rPr>
              <a:t> </a:t>
            </a:r>
            <a:r>
              <a:rPr dirty="0" sz="1700" b="1" i="1">
                <a:solidFill>
                  <a:srgbClr val="092649"/>
                </a:solidFill>
                <a:latin typeface="Arial"/>
                <a:cs typeface="Arial"/>
              </a:rPr>
              <a:t>Demand</a:t>
            </a:r>
            <a:r>
              <a:rPr dirty="0" sz="1700" spc="-60" b="1" i="1">
                <a:solidFill>
                  <a:srgbClr val="092649"/>
                </a:solidFill>
                <a:latin typeface="Arial"/>
                <a:cs typeface="Arial"/>
              </a:rPr>
              <a:t> </a:t>
            </a:r>
            <a:r>
              <a:rPr dirty="0" sz="1700" spc="-10" b="1" i="1">
                <a:solidFill>
                  <a:srgbClr val="092649"/>
                </a:solidFill>
                <a:latin typeface="Arial"/>
                <a:cs typeface="Arial"/>
              </a:rPr>
              <a:t>Intelligence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dirty="0" sz="1400">
                <a:solidFill>
                  <a:srgbClr val="161D29"/>
                </a:solidFill>
                <a:latin typeface="Arial MT"/>
                <a:cs typeface="Arial MT"/>
              </a:rPr>
              <a:t>Extends</a:t>
            </a:r>
            <a:r>
              <a:rPr dirty="0" sz="1400" spc="-25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61D29"/>
                </a:solidFill>
                <a:latin typeface="Arial MT"/>
                <a:cs typeface="Arial MT"/>
              </a:rPr>
              <a:t>AI</a:t>
            </a:r>
            <a:r>
              <a:rPr dirty="0" sz="1400" spc="-25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61D29"/>
                </a:solidFill>
                <a:latin typeface="Arial MT"/>
                <a:cs typeface="Arial MT"/>
              </a:rPr>
              <a:t>beyond</a:t>
            </a:r>
            <a:r>
              <a:rPr dirty="0" sz="1400" spc="-25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61D29"/>
                </a:solidFill>
                <a:latin typeface="Arial MT"/>
                <a:cs typeface="Arial MT"/>
              </a:rPr>
              <a:t>search</a:t>
            </a:r>
            <a:r>
              <a:rPr dirty="0" sz="1400" spc="-25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61D29"/>
                </a:solidFill>
                <a:latin typeface="Arial MT"/>
                <a:cs typeface="Arial MT"/>
              </a:rPr>
              <a:t>into</a:t>
            </a:r>
            <a:r>
              <a:rPr dirty="0" sz="1400" spc="-25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61D29"/>
                </a:solidFill>
                <a:latin typeface="Arial MT"/>
                <a:cs typeface="Arial MT"/>
              </a:rPr>
              <a:t>demand</a:t>
            </a:r>
            <a:r>
              <a:rPr dirty="0" sz="1400" spc="-20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61D29"/>
                </a:solidFill>
                <a:latin typeface="Arial MT"/>
                <a:cs typeface="Arial MT"/>
              </a:rPr>
              <a:t>and</a:t>
            </a:r>
            <a:r>
              <a:rPr dirty="0" sz="1400" spc="-25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61D29"/>
                </a:solidFill>
                <a:latin typeface="Arial MT"/>
                <a:cs typeface="Arial MT"/>
              </a:rPr>
              <a:t>pricing</a:t>
            </a:r>
            <a:r>
              <a:rPr dirty="0" sz="1400" spc="-25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400" spc="-10">
                <a:solidFill>
                  <a:srgbClr val="161D29"/>
                </a:solidFill>
                <a:latin typeface="Arial MT"/>
                <a:cs typeface="Arial MT"/>
              </a:rPr>
              <a:t>support.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6304593" y="2829874"/>
            <a:ext cx="5313680" cy="1358900"/>
            <a:chOff x="6304593" y="2829874"/>
            <a:chExt cx="5313680" cy="1358900"/>
          </a:xfrm>
        </p:grpSpPr>
        <p:sp>
          <p:nvSpPr>
            <p:cNvPr id="27" name="object 27"/>
            <p:cNvSpPr/>
            <p:nvPr/>
          </p:nvSpPr>
          <p:spPr>
            <a:xfrm>
              <a:off x="6304593" y="2852861"/>
              <a:ext cx="5313680" cy="1336040"/>
            </a:xfrm>
            <a:custGeom>
              <a:avLst/>
              <a:gdLst/>
              <a:ahLst/>
              <a:cxnLst/>
              <a:rect l="l" t="t" r="r" b="b"/>
              <a:pathLst>
                <a:path w="5313680" h="1336039">
                  <a:moveTo>
                    <a:pt x="5090537" y="1335531"/>
                  </a:moveTo>
                  <a:lnTo>
                    <a:pt x="222631" y="1335531"/>
                  </a:lnTo>
                  <a:lnTo>
                    <a:pt x="178103" y="1330971"/>
                  </a:lnTo>
                  <a:lnTo>
                    <a:pt x="136473" y="1317908"/>
                  </a:lnTo>
                  <a:lnTo>
                    <a:pt x="98601" y="1297269"/>
                  </a:lnTo>
                  <a:lnTo>
                    <a:pt x="65557" y="1269983"/>
                  </a:lnTo>
                  <a:lnTo>
                    <a:pt x="38255" y="1236976"/>
                  </a:lnTo>
                  <a:lnTo>
                    <a:pt x="17615" y="1199175"/>
                  </a:lnTo>
                  <a:lnTo>
                    <a:pt x="4556" y="1157507"/>
                  </a:lnTo>
                  <a:lnTo>
                    <a:pt x="0" y="1112900"/>
                  </a:lnTo>
                  <a:lnTo>
                    <a:pt x="0" y="222630"/>
                  </a:lnTo>
                  <a:lnTo>
                    <a:pt x="4555" y="177987"/>
                  </a:lnTo>
                  <a:lnTo>
                    <a:pt x="17605" y="136302"/>
                  </a:lnTo>
                  <a:lnTo>
                    <a:pt x="38228" y="98499"/>
                  </a:lnTo>
                  <a:lnTo>
                    <a:pt x="65500" y="65500"/>
                  </a:lnTo>
                  <a:lnTo>
                    <a:pt x="98499" y="38227"/>
                  </a:lnTo>
                  <a:lnTo>
                    <a:pt x="136303" y="17605"/>
                  </a:lnTo>
                  <a:lnTo>
                    <a:pt x="177987" y="4555"/>
                  </a:lnTo>
                  <a:lnTo>
                    <a:pt x="222631" y="0"/>
                  </a:lnTo>
                  <a:lnTo>
                    <a:pt x="5090537" y="0"/>
                  </a:lnTo>
                  <a:lnTo>
                    <a:pt x="5135144" y="4555"/>
                  </a:lnTo>
                  <a:lnTo>
                    <a:pt x="5176812" y="17605"/>
                  </a:lnTo>
                  <a:lnTo>
                    <a:pt x="5214613" y="38227"/>
                  </a:lnTo>
                  <a:lnTo>
                    <a:pt x="5247620" y="65500"/>
                  </a:lnTo>
                  <a:lnTo>
                    <a:pt x="5274906" y="98499"/>
                  </a:lnTo>
                  <a:lnTo>
                    <a:pt x="5295545" y="136302"/>
                  </a:lnTo>
                  <a:lnTo>
                    <a:pt x="5308607" y="177987"/>
                  </a:lnTo>
                  <a:lnTo>
                    <a:pt x="5313168" y="222630"/>
                  </a:lnTo>
                  <a:lnTo>
                    <a:pt x="5313168" y="1112900"/>
                  </a:lnTo>
                  <a:lnTo>
                    <a:pt x="5308613" y="1157507"/>
                  </a:lnTo>
                  <a:lnTo>
                    <a:pt x="5295562" y="1199175"/>
                  </a:lnTo>
                  <a:lnTo>
                    <a:pt x="5274940" y="1236976"/>
                  </a:lnTo>
                  <a:lnTo>
                    <a:pt x="5247668" y="1269983"/>
                  </a:lnTo>
                  <a:lnTo>
                    <a:pt x="5214669" y="1297269"/>
                  </a:lnTo>
                  <a:lnTo>
                    <a:pt x="5176865" y="1317908"/>
                  </a:lnTo>
                  <a:lnTo>
                    <a:pt x="5135181" y="1330971"/>
                  </a:lnTo>
                  <a:lnTo>
                    <a:pt x="5090537" y="1335531"/>
                  </a:lnTo>
                  <a:close/>
                </a:path>
              </a:pathLst>
            </a:custGeom>
            <a:solidFill>
              <a:srgbClr val="000000">
                <a:alpha val="348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6309419" y="2834700"/>
              <a:ext cx="5303520" cy="1325880"/>
            </a:xfrm>
            <a:custGeom>
              <a:avLst/>
              <a:gdLst/>
              <a:ahLst/>
              <a:cxnLst/>
              <a:rect l="l" t="t" r="r" b="b"/>
              <a:pathLst>
                <a:path w="5303520" h="1325879">
                  <a:moveTo>
                    <a:pt x="5082536" y="1325879"/>
                  </a:moveTo>
                  <a:lnTo>
                    <a:pt x="220979" y="1325879"/>
                  </a:lnTo>
                  <a:lnTo>
                    <a:pt x="176661" y="1321358"/>
                  </a:lnTo>
                  <a:lnTo>
                    <a:pt x="135284" y="1308407"/>
                  </a:lnTo>
                  <a:lnTo>
                    <a:pt x="97761" y="1287939"/>
                  </a:lnTo>
                  <a:lnTo>
                    <a:pt x="65007" y="1260871"/>
                  </a:lnTo>
                  <a:lnTo>
                    <a:pt x="37939" y="1228118"/>
                  </a:lnTo>
                  <a:lnTo>
                    <a:pt x="17472" y="1190594"/>
                  </a:lnTo>
                  <a:lnTo>
                    <a:pt x="4520" y="1149216"/>
                  </a:lnTo>
                  <a:lnTo>
                    <a:pt x="0" y="1104899"/>
                  </a:lnTo>
                  <a:lnTo>
                    <a:pt x="0" y="220979"/>
                  </a:lnTo>
                  <a:lnTo>
                    <a:pt x="4520" y="176662"/>
                  </a:lnTo>
                  <a:lnTo>
                    <a:pt x="17472" y="135284"/>
                  </a:lnTo>
                  <a:lnTo>
                    <a:pt x="37939" y="97761"/>
                  </a:lnTo>
                  <a:lnTo>
                    <a:pt x="65007" y="65008"/>
                  </a:lnTo>
                  <a:lnTo>
                    <a:pt x="97761" y="37940"/>
                  </a:lnTo>
                  <a:lnTo>
                    <a:pt x="135284" y="17472"/>
                  </a:lnTo>
                  <a:lnTo>
                    <a:pt x="176661" y="4520"/>
                  </a:lnTo>
                  <a:lnTo>
                    <a:pt x="220979" y="0"/>
                  </a:lnTo>
                  <a:lnTo>
                    <a:pt x="5082536" y="0"/>
                  </a:lnTo>
                  <a:lnTo>
                    <a:pt x="5126853" y="4520"/>
                  </a:lnTo>
                  <a:lnTo>
                    <a:pt x="5168231" y="17472"/>
                  </a:lnTo>
                  <a:lnTo>
                    <a:pt x="5205754" y="37940"/>
                  </a:lnTo>
                  <a:lnTo>
                    <a:pt x="5238508" y="65008"/>
                  </a:lnTo>
                  <a:lnTo>
                    <a:pt x="5265576" y="97761"/>
                  </a:lnTo>
                  <a:lnTo>
                    <a:pt x="5286043" y="135284"/>
                  </a:lnTo>
                  <a:lnTo>
                    <a:pt x="5298995" y="176662"/>
                  </a:lnTo>
                  <a:lnTo>
                    <a:pt x="5303516" y="220979"/>
                  </a:lnTo>
                  <a:lnTo>
                    <a:pt x="5303516" y="1104899"/>
                  </a:lnTo>
                  <a:lnTo>
                    <a:pt x="5298995" y="1149216"/>
                  </a:lnTo>
                  <a:lnTo>
                    <a:pt x="5286043" y="1190594"/>
                  </a:lnTo>
                  <a:lnTo>
                    <a:pt x="5265576" y="1228118"/>
                  </a:lnTo>
                  <a:lnTo>
                    <a:pt x="5238508" y="1260871"/>
                  </a:lnTo>
                  <a:lnTo>
                    <a:pt x="5205754" y="1287939"/>
                  </a:lnTo>
                  <a:lnTo>
                    <a:pt x="5168231" y="1308407"/>
                  </a:lnTo>
                  <a:lnTo>
                    <a:pt x="5126853" y="1321358"/>
                  </a:lnTo>
                  <a:lnTo>
                    <a:pt x="5082536" y="1325879"/>
                  </a:lnTo>
                  <a:close/>
                </a:path>
              </a:pathLst>
            </a:custGeom>
            <a:solidFill>
              <a:srgbClr val="F4F7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6304593" y="2829874"/>
              <a:ext cx="5313680" cy="1336040"/>
            </a:xfrm>
            <a:custGeom>
              <a:avLst/>
              <a:gdLst/>
              <a:ahLst/>
              <a:cxnLst/>
              <a:rect l="l" t="t" r="r" b="b"/>
              <a:pathLst>
                <a:path w="5313680" h="1336039">
                  <a:moveTo>
                    <a:pt x="5087362" y="1335531"/>
                  </a:moveTo>
                  <a:lnTo>
                    <a:pt x="5087362" y="1330907"/>
                  </a:lnTo>
                  <a:lnTo>
                    <a:pt x="180632" y="1330907"/>
                  </a:lnTo>
                  <a:lnTo>
                    <a:pt x="138408" y="1317662"/>
                  </a:lnTo>
                  <a:lnTo>
                    <a:pt x="100003" y="1296734"/>
                  </a:lnTo>
                  <a:lnTo>
                    <a:pt x="66497" y="1269062"/>
                  </a:lnTo>
                  <a:lnTo>
                    <a:pt x="38817" y="1235587"/>
                  </a:lnTo>
                  <a:lnTo>
                    <a:pt x="17890" y="1197246"/>
                  </a:lnTo>
                  <a:lnTo>
                    <a:pt x="4646" y="1154979"/>
                  </a:lnTo>
                  <a:lnTo>
                    <a:pt x="12" y="1109725"/>
                  </a:lnTo>
                  <a:lnTo>
                    <a:pt x="0" y="225805"/>
                  </a:lnTo>
                  <a:lnTo>
                    <a:pt x="4618" y="180515"/>
                  </a:lnTo>
                  <a:lnTo>
                    <a:pt x="17851" y="138231"/>
                  </a:lnTo>
                  <a:lnTo>
                    <a:pt x="38763" y="99888"/>
                  </a:lnTo>
                  <a:lnTo>
                    <a:pt x="66420" y="66421"/>
                  </a:lnTo>
                  <a:lnTo>
                    <a:pt x="99888" y="38763"/>
                  </a:lnTo>
                  <a:lnTo>
                    <a:pt x="138231" y="17851"/>
                  </a:lnTo>
                  <a:lnTo>
                    <a:pt x="180515" y="4618"/>
                  </a:lnTo>
                  <a:lnTo>
                    <a:pt x="225805" y="0"/>
                  </a:lnTo>
                  <a:lnTo>
                    <a:pt x="225805" y="4618"/>
                  </a:lnTo>
                  <a:lnTo>
                    <a:pt x="5132794" y="4618"/>
                  </a:lnTo>
                  <a:lnTo>
                    <a:pt x="5148287" y="9524"/>
                  </a:lnTo>
                  <a:lnTo>
                    <a:pt x="225805" y="9524"/>
                  </a:lnTo>
                  <a:lnTo>
                    <a:pt x="176476" y="15280"/>
                  </a:lnTo>
                  <a:lnTo>
                    <a:pt x="131054" y="31653"/>
                  </a:lnTo>
                  <a:lnTo>
                    <a:pt x="90881" y="57301"/>
                  </a:lnTo>
                  <a:lnTo>
                    <a:pt x="57301" y="90882"/>
                  </a:lnTo>
                  <a:lnTo>
                    <a:pt x="31653" y="131054"/>
                  </a:lnTo>
                  <a:lnTo>
                    <a:pt x="15280" y="176476"/>
                  </a:lnTo>
                  <a:lnTo>
                    <a:pt x="9524" y="225805"/>
                  </a:lnTo>
                  <a:lnTo>
                    <a:pt x="9524" y="1109725"/>
                  </a:lnTo>
                  <a:lnTo>
                    <a:pt x="15280" y="1159055"/>
                  </a:lnTo>
                  <a:lnTo>
                    <a:pt x="31653" y="1204477"/>
                  </a:lnTo>
                  <a:lnTo>
                    <a:pt x="57301" y="1244649"/>
                  </a:lnTo>
                  <a:lnTo>
                    <a:pt x="90881" y="1278230"/>
                  </a:lnTo>
                  <a:lnTo>
                    <a:pt x="131054" y="1303878"/>
                  </a:lnTo>
                  <a:lnTo>
                    <a:pt x="176476" y="1320250"/>
                  </a:lnTo>
                  <a:lnTo>
                    <a:pt x="225805" y="1326006"/>
                  </a:lnTo>
                  <a:lnTo>
                    <a:pt x="5148298" y="1326006"/>
                  </a:lnTo>
                  <a:lnTo>
                    <a:pt x="5132652" y="1330907"/>
                  </a:lnTo>
                  <a:lnTo>
                    <a:pt x="5087362" y="1335531"/>
                  </a:lnTo>
                  <a:close/>
                </a:path>
                <a:path w="5313680" h="1336039">
                  <a:moveTo>
                    <a:pt x="5087362" y="4618"/>
                  </a:moveTo>
                  <a:lnTo>
                    <a:pt x="225805" y="4618"/>
                  </a:lnTo>
                  <a:lnTo>
                    <a:pt x="225805" y="0"/>
                  </a:lnTo>
                  <a:lnTo>
                    <a:pt x="5087362" y="0"/>
                  </a:lnTo>
                  <a:lnTo>
                    <a:pt x="5087362" y="4618"/>
                  </a:lnTo>
                  <a:close/>
                </a:path>
                <a:path w="5313680" h="1336039">
                  <a:moveTo>
                    <a:pt x="5132616" y="4618"/>
                  </a:moveTo>
                  <a:lnTo>
                    <a:pt x="5087362" y="4618"/>
                  </a:lnTo>
                  <a:lnTo>
                    <a:pt x="5087362" y="0"/>
                  </a:lnTo>
                  <a:lnTo>
                    <a:pt x="5132616" y="4618"/>
                  </a:lnTo>
                  <a:close/>
                </a:path>
                <a:path w="5313680" h="1336039">
                  <a:moveTo>
                    <a:pt x="5148298" y="1326006"/>
                  </a:moveTo>
                  <a:lnTo>
                    <a:pt x="5087362" y="1326006"/>
                  </a:lnTo>
                  <a:lnTo>
                    <a:pt x="5136692" y="1320250"/>
                  </a:lnTo>
                  <a:lnTo>
                    <a:pt x="5182114" y="1303878"/>
                  </a:lnTo>
                  <a:lnTo>
                    <a:pt x="5222286" y="1278230"/>
                  </a:lnTo>
                  <a:lnTo>
                    <a:pt x="5255867" y="1244649"/>
                  </a:lnTo>
                  <a:lnTo>
                    <a:pt x="5281515" y="1204477"/>
                  </a:lnTo>
                  <a:lnTo>
                    <a:pt x="5297888" y="1159055"/>
                  </a:lnTo>
                  <a:lnTo>
                    <a:pt x="5303644" y="1109725"/>
                  </a:lnTo>
                  <a:lnTo>
                    <a:pt x="5303644" y="225805"/>
                  </a:lnTo>
                  <a:lnTo>
                    <a:pt x="5297888" y="176476"/>
                  </a:lnTo>
                  <a:lnTo>
                    <a:pt x="5281515" y="131054"/>
                  </a:lnTo>
                  <a:lnTo>
                    <a:pt x="5255867" y="90882"/>
                  </a:lnTo>
                  <a:lnTo>
                    <a:pt x="5222286" y="57301"/>
                  </a:lnTo>
                  <a:lnTo>
                    <a:pt x="5182114" y="31653"/>
                  </a:lnTo>
                  <a:lnTo>
                    <a:pt x="5136692" y="15280"/>
                  </a:lnTo>
                  <a:lnTo>
                    <a:pt x="5087362" y="9524"/>
                  </a:lnTo>
                  <a:lnTo>
                    <a:pt x="5148287" y="9524"/>
                  </a:lnTo>
                  <a:lnTo>
                    <a:pt x="5213224" y="38763"/>
                  </a:lnTo>
                  <a:lnTo>
                    <a:pt x="5246699" y="66421"/>
                  </a:lnTo>
                  <a:lnTo>
                    <a:pt x="5274371" y="99888"/>
                  </a:lnTo>
                  <a:lnTo>
                    <a:pt x="5295298" y="138231"/>
                  </a:lnTo>
                  <a:lnTo>
                    <a:pt x="5308544" y="180515"/>
                  </a:lnTo>
                  <a:lnTo>
                    <a:pt x="5313168" y="225805"/>
                  </a:lnTo>
                  <a:lnTo>
                    <a:pt x="5313168" y="1109725"/>
                  </a:lnTo>
                  <a:lnTo>
                    <a:pt x="5308549" y="1154979"/>
                  </a:lnTo>
                  <a:lnTo>
                    <a:pt x="5295316" y="1197246"/>
                  </a:lnTo>
                  <a:lnTo>
                    <a:pt x="5274404" y="1235587"/>
                  </a:lnTo>
                  <a:lnTo>
                    <a:pt x="5246747" y="1269062"/>
                  </a:lnTo>
                  <a:lnTo>
                    <a:pt x="5213279" y="1296734"/>
                  </a:lnTo>
                  <a:lnTo>
                    <a:pt x="5174936" y="1317662"/>
                  </a:lnTo>
                  <a:lnTo>
                    <a:pt x="5148298" y="1326006"/>
                  </a:lnTo>
                  <a:close/>
                </a:path>
                <a:path w="5313680" h="1336039">
                  <a:moveTo>
                    <a:pt x="225805" y="1335531"/>
                  </a:moveTo>
                  <a:lnTo>
                    <a:pt x="180872" y="1330907"/>
                  </a:lnTo>
                  <a:lnTo>
                    <a:pt x="225805" y="1330907"/>
                  </a:lnTo>
                  <a:lnTo>
                    <a:pt x="225805" y="1335531"/>
                  </a:lnTo>
                  <a:close/>
                </a:path>
                <a:path w="5313680" h="1336039">
                  <a:moveTo>
                    <a:pt x="5087362" y="1335531"/>
                  </a:moveTo>
                  <a:lnTo>
                    <a:pt x="225805" y="1335531"/>
                  </a:lnTo>
                  <a:lnTo>
                    <a:pt x="225805" y="1330907"/>
                  </a:lnTo>
                  <a:lnTo>
                    <a:pt x="5087362" y="1330907"/>
                  </a:lnTo>
                  <a:lnTo>
                    <a:pt x="5087362" y="1335531"/>
                  </a:lnTo>
                  <a:close/>
                </a:path>
              </a:pathLst>
            </a:custGeom>
            <a:solidFill>
              <a:srgbClr val="DBE3E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6309419" y="4160453"/>
              <a:ext cx="73660" cy="23495"/>
            </a:xfrm>
            <a:custGeom>
              <a:avLst/>
              <a:gdLst/>
              <a:ahLst/>
              <a:cxnLst/>
              <a:rect l="l" t="t" r="r" b="b"/>
              <a:pathLst>
                <a:path w="73660" h="23495">
                  <a:moveTo>
                    <a:pt x="0" y="23113"/>
                  </a:moveTo>
                  <a:lnTo>
                    <a:pt x="73151" y="23113"/>
                  </a:lnTo>
                  <a:lnTo>
                    <a:pt x="73151" y="0"/>
                  </a:lnTo>
                  <a:lnTo>
                    <a:pt x="0" y="0"/>
                  </a:lnTo>
                  <a:lnTo>
                    <a:pt x="0" y="23113"/>
                  </a:lnTo>
                  <a:close/>
                </a:path>
              </a:pathLst>
            </a:custGeom>
            <a:solidFill>
              <a:srgbClr val="000000">
                <a:alpha val="348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6309419" y="2834573"/>
              <a:ext cx="73660" cy="1325880"/>
            </a:xfrm>
            <a:custGeom>
              <a:avLst/>
              <a:gdLst/>
              <a:ahLst/>
              <a:cxnLst/>
              <a:rect l="l" t="t" r="r" b="b"/>
              <a:pathLst>
                <a:path w="73660" h="1325879">
                  <a:moveTo>
                    <a:pt x="73151" y="1325879"/>
                  </a:moveTo>
                  <a:lnTo>
                    <a:pt x="0" y="1325879"/>
                  </a:lnTo>
                  <a:lnTo>
                    <a:pt x="0" y="0"/>
                  </a:lnTo>
                  <a:lnTo>
                    <a:pt x="73151" y="0"/>
                  </a:lnTo>
                  <a:lnTo>
                    <a:pt x="73151" y="1325879"/>
                  </a:lnTo>
                  <a:close/>
                </a:path>
              </a:pathLst>
            </a:custGeom>
            <a:solidFill>
              <a:srgbClr val="EF8B2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3" name="object 43"/>
          <p:cNvSpPr txBox="1"/>
          <p:nvPr/>
        </p:nvSpPr>
        <p:spPr>
          <a:xfrm>
            <a:off x="6598411" y="3081458"/>
            <a:ext cx="4688840" cy="826135"/>
          </a:xfrm>
          <a:prstGeom prst="rect">
            <a:avLst/>
          </a:prstGeom>
        </p:spPr>
        <p:txBody>
          <a:bodyPr wrap="square" lIns="0" tIns="565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dirty="0" sz="1700" b="1" i="1">
                <a:solidFill>
                  <a:srgbClr val="092649"/>
                </a:solidFill>
                <a:latin typeface="Arial"/>
                <a:cs typeface="Arial"/>
              </a:rPr>
              <a:t>Validated</a:t>
            </a:r>
            <a:r>
              <a:rPr dirty="0" sz="1700" spc="-50" b="1" i="1">
                <a:solidFill>
                  <a:srgbClr val="092649"/>
                </a:solidFill>
                <a:latin typeface="Arial"/>
                <a:cs typeface="Arial"/>
              </a:rPr>
              <a:t> </a:t>
            </a:r>
            <a:r>
              <a:rPr dirty="0" sz="1700" b="1" i="1">
                <a:solidFill>
                  <a:srgbClr val="092649"/>
                </a:solidFill>
                <a:latin typeface="Arial"/>
                <a:cs typeface="Arial"/>
              </a:rPr>
              <a:t>AI</a:t>
            </a:r>
            <a:r>
              <a:rPr dirty="0" sz="1700" spc="-55" b="1" i="1">
                <a:solidFill>
                  <a:srgbClr val="092649"/>
                </a:solidFill>
                <a:latin typeface="Arial"/>
                <a:cs typeface="Arial"/>
              </a:rPr>
              <a:t> </a:t>
            </a:r>
            <a:r>
              <a:rPr dirty="0" sz="1700" spc="-10" b="1" i="1">
                <a:solidFill>
                  <a:srgbClr val="092649"/>
                </a:solidFill>
                <a:latin typeface="Arial"/>
                <a:cs typeface="Arial"/>
              </a:rPr>
              <a:t>Responses</a:t>
            </a:r>
            <a:endParaRPr sz="1700">
              <a:latin typeface="Arial"/>
              <a:cs typeface="Arial"/>
            </a:endParaRPr>
          </a:p>
          <a:p>
            <a:pPr marL="12700" marR="5080">
              <a:lnSpc>
                <a:spcPct val="116100"/>
              </a:lnSpc>
              <a:spcBef>
                <a:spcPts val="15"/>
              </a:spcBef>
            </a:pPr>
            <a:r>
              <a:rPr dirty="0" sz="1400">
                <a:solidFill>
                  <a:srgbClr val="161D29"/>
                </a:solidFill>
                <a:latin typeface="Arial MT"/>
                <a:cs typeface="Arial MT"/>
              </a:rPr>
              <a:t>Rejects</a:t>
            </a:r>
            <a:r>
              <a:rPr dirty="0" sz="1400" spc="-35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61D29"/>
                </a:solidFill>
                <a:latin typeface="Arial MT"/>
                <a:cs typeface="Arial MT"/>
              </a:rPr>
              <a:t>hallucinated</a:t>
            </a:r>
            <a:r>
              <a:rPr dirty="0" sz="1400" spc="-35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61D29"/>
                </a:solidFill>
                <a:latin typeface="Arial MT"/>
                <a:cs typeface="Arial MT"/>
              </a:rPr>
              <a:t>parking</a:t>
            </a:r>
            <a:r>
              <a:rPr dirty="0" sz="1400" spc="-35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61D29"/>
                </a:solidFill>
                <a:latin typeface="Arial MT"/>
                <a:cs typeface="Arial MT"/>
              </a:rPr>
              <a:t>IDs</a:t>
            </a:r>
            <a:r>
              <a:rPr dirty="0" sz="1400" spc="-35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61D29"/>
                </a:solidFill>
                <a:latin typeface="Arial MT"/>
                <a:cs typeface="Arial MT"/>
              </a:rPr>
              <a:t>and</a:t>
            </a:r>
            <a:r>
              <a:rPr dirty="0" sz="1400" spc="-35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61D29"/>
                </a:solidFill>
                <a:latin typeface="Arial MT"/>
                <a:cs typeface="Arial MT"/>
              </a:rPr>
              <a:t>constrains</a:t>
            </a:r>
            <a:r>
              <a:rPr dirty="0" sz="1400" spc="-35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61D29"/>
                </a:solidFill>
                <a:latin typeface="Arial MT"/>
                <a:cs typeface="Arial MT"/>
              </a:rPr>
              <a:t>scores</a:t>
            </a:r>
            <a:r>
              <a:rPr dirty="0" sz="1400" spc="-35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400" spc="-25">
                <a:solidFill>
                  <a:srgbClr val="161D29"/>
                </a:solidFill>
                <a:latin typeface="Arial MT"/>
                <a:cs typeface="Arial MT"/>
              </a:rPr>
              <a:t>and </a:t>
            </a:r>
            <a:r>
              <a:rPr dirty="0" sz="1400" spc="-10">
                <a:solidFill>
                  <a:srgbClr val="161D29"/>
                </a:solidFill>
                <a:latin typeface="Arial MT"/>
                <a:cs typeface="Arial MT"/>
              </a:rPr>
              <a:t>prices.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681034" y="4430074"/>
            <a:ext cx="5313680" cy="1358900"/>
            <a:chOff x="681034" y="4430074"/>
            <a:chExt cx="5313680" cy="1358900"/>
          </a:xfrm>
        </p:grpSpPr>
        <p:sp>
          <p:nvSpPr>
            <p:cNvPr id="15" name="object 15"/>
            <p:cNvSpPr/>
            <p:nvPr/>
          </p:nvSpPr>
          <p:spPr>
            <a:xfrm>
              <a:off x="681034" y="4453061"/>
              <a:ext cx="5313680" cy="1336040"/>
            </a:xfrm>
            <a:custGeom>
              <a:avLst/>
              <a:gdLst/>
              <a:ahLst/>
              <a:cxnLst/>
              <a:rect l="l" t="t" r="r" b="b"/>
              <a:pathLst>
                <a:path w="5313680" h="1336039">
                  <a:moveTo>
                    <a:pt x="5090537" y="1335531"/>
                  </a:moveTo>
                  <a:lnTo>
                    <a:pt x="222630" y="1335531"/>
                  </a:lnTo>
                  <a:lnTo>
                    <a:pt x="178103" y="1330971"/>
                  </a:lnTo>
                  <a:lnTo>
                    <a:pt x="136473" y="1317908"/>
                  </a:lnTo>
                  <a:lnTo>
                    <a:pt x="98601" y="1297270"/>
                  </a:lnTo>
                  <a:lnTo>
                    <a:pt x="65557" y="1269983"/>
                  </a:lnTo>
                  <a:lnTo>
                    <a:pt x="38255" y="1236976"/>
                  </a:lnTo>
                  <a:lnTo>
                    <a:pt x="17615" y="1199175"/>
                  </a:lnTo>
                  <a:lnTo>
                    <a:pt x="4556" y="1157507"/>
                  </a:lnTo>
                  <a:lnTo>
                    <a:pt x="0" y="1112900"/>
                  </a:lnTo>
                  <a:lnTo>
                    <a:pt x="0" y="222630"/>
                  </a:lnTo>
                  <a:lnTo>
                    <a:pt x="4555" y="177987"/>
                  </a:lnTo>
                  <a:lnTo>
                    <a:pt x="17605" y="136302"/>
                  </a:lnTo>
                  <a:lnTo>
                    <a:pt x="38227" y="98499"/>
                  </a:lnTo>
                  <a:lnTo>
                    <a:pt x="65500" y="65500"/>
                  </a:lnTo>
                  <a:lnTo>
                    <a:pt x="98499" y="38228"/>
                  </a:lnTo>
                  <a:lnTo>
                    <a:pt x="136302" y="17605"/>
                  </a:lnTo>
                  <a:lnTo>
                    <a:pt x="177987" y="4555"/>
                  </a:lnTo>
                  <a:lnTo>
                    <a:pt x="222630" y="0"/>
                  </a:lnTo>
                  <a:lnTo>
                    <a:pt x="5090537" y="0"/>
                  </a:lnTo>
                  <a:lnTo>
                    <a:pt x="5135144" y="4555"/>
                  </a:lnTo>
                  <a:lnTo>
                    <a:pt x="5176812" y="17605"/>
                  </a:lnTo>
                  <a:lnTo>
                    <a:pt x="5214613" y="38228"/>
                  </a:lnTo>
                  <a:lnTo>
                    <a:pt x="5247621" y="65500"/>
                  </a:lnTo>
                  <a:lnTo>
                    <a:pt x="5274907" y="98499"/>
                  </a:lnTo>
                  <a:lnTo>
                    <a:pt x="5295545" y="136302"/>
                  </a:lnTo>
                  <a:lnTo>
                    <a:pt x="5308608" y="177987"/>
                  </a:lnTo>
                  <a:lnTo>
                    <a:pt x="5313168" y="222630"/>
                  </a:lnTo>
                  <a:lnTo>
                    <a:pt x="5313168" y="1112900"/>
                  </a:lnTo>
                  <a:lnTo>
                    <a:pt x="5308613" y="1157507"/>
                  </a:lnTo>
                  <a:lnTo>
                    <a:pt x="5295563" y="1199175"/>
                  </a:lnTo>
                  <a:lnTo>
                    <a:pt x="5274940" y="1236976"/>
                  </a:lnTo>
                  <a:lnTo>
                    <a:pt x="5247668" y="1269983"/>
                  </a:lnTo>
                  <a:lnTo>
                    <a:pt x="5214669" y="1297270"/>
                  </a:lnTo>
                  <a:lnTo>
                    <a:pt x="5176865" y="1317908"/>
                  </a:lnTo>
                  <a:lnTo>
                    <a:pt x="5135181" y="1330971"/>
                  </a:lnTo>
                  <a:lnTo>
                    <a:pt x="5090537" y="1335531"/>
                  </a:lnTo>
                  <a:close/>
                </a:path>
              </a:pathLst>
            </a:custGeom>
            <a:solidFill>
              <a:srgbClr val="000000">
                <a:alpha val="348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685733" y="4434900"/>
              <a:ext cx="5303520" cy="1325880"/>
            </a:xfrm>
            <a:custGeom>
              <a:avLst/>
              <a:gdLst/>
              <a:ahLst/>
              <a:cxnLst/>
              <a:rect l="l" t="t" r="r" b="b"/>
              <a:pathLst>
                <a:path w="5303520" h="1325879">
                  <a:moveTo>
                    <a:pt x="5082537" y="1325879"/>
                  </a:moveTo>
                  <a:lnTo>
                    <a:pt x="221106" y="1325879"/>
                  </a:lnTo>
                  <a:lnTo>
                    <a:pt x="176789" y="1321359"/>
                  </a:lnTo>
                  <a:lnTo>
                    <a:pt x="135411" y="1308407"/>
                  </a:lnTo>
                  <a:lnTo>
                    <a:pt x="97888" y="1287939"/>
                  </a:lnTo>
                  <a:lnTo>
                    <a:pt x="65135" y="1260871"/>
                  </a:lnTo>
                  <a:lnTo>
                    <a:pt x="38067" y="1228118"/>
                  </a:lnTo>
                  <a:lnTo>
                    <a:pt x="17599" y="1190595"/>
                  </a:lnTo>
                  <a:lnTo>
                    <a:pt x="4647" y="1149217"/>
                  </a:lnTo>
                  <a:lnTo>
                    <a:pt x="127" y="1104900"/>
                  </a:lnTo>
                  <a:lnTo>
                    <a:pt x="0" y="220979"/>
                  </a:lnTo>
                  <a:lnTo>
                    <a:pt x="4520" y="176662"/>
                  </a:lnTo>
                  <a:lnTo>
                    <a:pt x="17472" y="135284"/>
                  </a:lnTo>
                  <a:lnTo>
                    <a:pt x="37939" y="97761"/>
                  </a:lnTo>
                  <a:lnTo>
                    <a:pt x="65008" y="65008"/>
                  </a:lnTo>
                  <a:lnTo>
                    <a:pt x="97761" y="37940"/>
                  </a:lnTo>
                  <a:lnTo>
                    <a:pt x="135284" y="17472"/>
                  </a:lnTo>
                  <a:lnTo>
                    <a:pt x="176662" y="4520"/>
                  </a:lnTo>
                  <a:lnTo>
                    <a:pt x="220979" y="0"/>
                  </a:lnTo>
                  <a:lnTo>
                    <a:pt x="5082537" y="0"/>
                  </a:lnTo>
                  <a:lnTo>
                    <a:pt x="5126854" y="4520"/>
                  </a:lnTo>
                  <a:lnTo>
                    <a:pt x="5168232" y="17472"/>
                  </a:lnTo>
                  <a:lnTo>
                    <a:pt x="5205755" y="37940"/>
                  </a:lnTo>
                  <a:lnTo>
                    <a:pt x="5238508" y="65008"/>
                  </a:lnTo>
                  <a:lnTo>
                    <a:pt x="5265576" y="97761"/>
                  </a:lnTo>
                  <a:lnTo>
                    <a:pt x="5286044" y="135284"/>
                  </a:lnTo>
                  <a:lnTo>
                    <a:pt x="5298996" y="176662"/>
                  </a:lnTo>
                  <a:lnTo>
                    <a:pt x="5303517" y="220979"/>
                  </a:lnTo>
                  <a:lnTo>
                    <a:pt x="5303517" y="1104900"/>
                  </a:lnTo>
                  <a:lnTo>
                    <a:pt x="5298996" y="1149217"/>
                  </a:lnTo>
                  <a:lnTo>
                    <a:pt x="5286044" y="1190595"/>
                  </a:lnTo>
                  <a:lnTo>
                    <a:pt x="5265576" y="1228118"/>
                  </a:lnTo>
                  <a:lnTo>
                    <a:pt x="5238508" y="1260871"/>
                  </a:lnTo>
                  <a:lnTo>
                    <a:pt x="5205755" y="1287939"/>
                  </a:lnTo>
                  <a:lnTo>
                    <a:pt x="5168232" y="1308407"/>
                  </a:lnTo>
                  <a:lnTo>
                    <a:pt x="5126854" y="1321359"/>
                  </a:lnTo>
                  <a:lnTo>
                    <a:pt x="5082537" y="1325879"/>
                  </a:lnTo>
                  <a:close/>
                </a:path>
              </a:pathLst>
            </a:custGeom>
            <a:solidFill>
              <a:srgbClr val="F4F7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681034" y="4430074"/>
              <a:ext cx="5313680" cy="1336040"/>
            </a:xfrm>
            <a:custGeom>
              <a:avLst/>
              <a:gdLst/>
              <a:ahLst/>
              <a:cxnLst/>
              <a:rect l="l" t="t" r="r" b="b"/>
              <a:pathLst>
                <a:path w="5313680" h="1336039">
                  <a:moveTo>
                    <a:pt x="5087362" y="1335531"/>
                  </a:moveTo>
                  <a:lnTo>
                    <a:pt x="5087362" y="1330907"/>
                  </a:lnTo>
                  <a:lnTo>
                    <a:pt x="180632" y="1330907"/>
                  </a:lnTo>
                  <a:lnTo>
                    <a:pt x="138408" y="1317662"/>
                  </a:lnTo>
                  <a:lnTo>
                    <a:pt x="100002" y="1296734"/>
                  </a:lnTo>
                  <a:lnTo>
                    <a:pt x="66497" y="1269062"/>
                  </a:lnTo>
                  <a:lnTo>
                    <a:pt x="38817" y="1235587"/>
                  </a:lnTo>
                  <a:lnTo>
                    <a:pt x="17890" y="1197246"/>
                  </a:lnTo>
                  <a:lnTo>
                    <a:pt x="4646" y="1154979"/>
                  </a:lnTo>
                  <a:lnTo>
                    <a:pt x="12" y="1109725"/>
                  </a:lnTo>
                  <a:lnTo>
                    <a:pt x="0" y="225805"/>
                  </a:lnTo>
                  <a:lnTo>
                    <a:pt x="4618" y="180515"/>
                  </a:lnTo>
                  <a:lnTo>
                    <a:pt x="17851" y="138231"/>
                  </a:lnTo>
                  <a:lnTo>
                    <a:pt x="38763" y="99888"/>
                  </a:lnTo>
                  <a:lnTo>
                    <a:pt x="66420" y="66420"/>
                  </a:lnTo>
                  <a:lnTo>
                    <a:pt x="99888" y="38763"/>
                  </a:lnTo>
                  <a:lnTo>
                    <a:pt x="138231" y="17851"/>
                  </a:lnTo>
                  <a:lnTo>
                    <a:pt x="180515" y="4618"/>
                  </a:lnTo>
                  <a:lnTo>
                    <a:pt x="225805" y="0"/>
                  </a:lnTo>
                  <a:lnTo>
                    <a:pt x="225805" y="4618"/>
                  </a:lnTo>
                  <a:lnTo>
                    <a:pt x="5132794" y="4618"/>
                  </a:lnTo>
                  <a:lnTo>
                    <a:pt x="5148288" y="9524"/>
                  </a:lnTo>
                  <a:lnTo>
                    <a:pt x="225805" y="9524"/>
                  </a:lnTo>
                  <a:lnTo>
                    <a:pt x="176476" y="15280"/>
                  </a:lnTo>
                  <a:lnTo>
                    <a:pt x="131054" y="31653"/>
                  </a:lnTo>
                  <a:lnTo>
                    <a:pt x="90881" y="57301"/>
                  </a:lnTo>
                  <a:lnTo>
                    <a:pt x="57300" y="90881"/>
                  </a:lnTo>
                  <a:lnTo>
                    <a:pt x="31653" y="131054"/>
                  </a:lnTo>
                  <a:lnTo>
                    <a:pt x="15280" y="176476"/>
                  </a:lnTo>
                  <a:lnTo>
                    <a:pt x="9524" y="225805"/>
                  </a:lnTo>
                  <a:lnTo>
                    <a:pt x="9524" y="1109725"/>
                  </a:lnTo>
                  <a:lnTo>
                    <a:pt x="15280" y="1159055"/>
                  </a:lnTo>
                  <a:lnTo>
                    <a:pt x="31653" y="1204477"/>
                  </a:lnTo>
                  <a:lnTo>
                    <a:pt x="57300" y="1244649"/>
                  </a:lnTo>
                  <a:lnTo>
                    <a:pt x="90881" y="1278230"/>
                  </a:lnTo>
                  <a:lnTo>
                    <a:pt x="131054" y="1303878"/>
                  </a:lnTo>
                  <a:lnTo>
                    <a:pt x="176476" y="1320250"/>
                  </a:lnTo>
                  <a:lnTo>
                    <a:pt x="225805" y="1326006"/>
                  </a:lnTo>
                  <a:lnTo>
                    <a:pt x="5148299" y="1326006"/>
                  </a:lnTo>
                  <a:lnTo>
                    <a:pt x="5132653" y="1330907"/>
                  </a:lnTo>
                  <a:lnTo>
                    <a:pt x="5087362" y="1335531"/>
                  </a:lnTo>
                  <a:close/>
                </a:path>
                <a:path w="5313680" h="1336039">
                  <a:moveTo>
                    <a:pt x="5087362" y="4618"/>
                  </a:moveTo>
                  <a:lnTo>
                    <a:pt x="225805" y="4618"/>
                  </a:lnTo>
                  <a:lnTo>
                    <a:pt x="225805" y="0"/>
                  </a:lnTo>
                  <a:lnTo>
                    <a:pt x="5087362" y="0"/>
                  </a:lnTo>
                  <a:lnTo>
                    <a:pt x="5087362" y="4618"/>
                  </a:lnTo>
                  <a:close/>
                </a:path>
                <a:path w="5313680" h="1336039">
                  <a:moveTo>
                    <a:pt x="5132616" y="4618"/>
                  </a:moveTo>
                  <a:lnTo>
                    <a:pt x="5087362" y="4618"/>
                  </a:lnTo>
                  <a:lnTo>
                    <a:pt x="5087362" y="0"/>
                  </a:lnTo>
                  <a:lnTo>
                    <a:pt x="5132616" y="4618"/>
                  </a:lnTo>
                  <a:close/>
                </a:path>
                <a:path w="5313680" h="1336039">
                  <a:moveTo>
                    <a:pt x="5148299" y="1326006"/>
                  </a:moveTo>
                  <a:lnTo>
                    <a:pt x="5087362" y="1326006"/>
                  </a:lnTo>
                  <a:lnTo>
                    <a:pt x="5136692" y="1320250"/>
                  </a:lnTo>
                  <a:lnTo>
                    <a:pt x="5182114" y="1303878"/>
                  </a:lnTo>
                  <a:lnTo>
                    <a:pt x="5222286" y="1278230"/>
                  </a:lnTo>
                  <a:lnTo>
                    <a:pt x="5255867" y="1244649"/>
                  </a:lnTo>
                  <a:lnTo>
                    <a:pt x="5281515" y="1204477"/>
                  </a:lnTo>
                  <a:lnTo>
                    <a:pt x="5297888" y="1159055"/>
                  </a:lnTo>
                  <a:lnTo>
                    <a:pt x="5303643" y="1109725"/>
                  </a:lnTo>
                  <a:lnTo>
                    <a:pt x="5303643" y="225805"/>
                  </a:lnTo>
                  <a:lnTo>
                    <a:pt x="5297888" y="176476"/>
                  </a:lnTo>
                  <a:lnTo>
                    <a:pt x="5281515" y="131054"/>
                  </a:lnTo>
                  <a:lnTo>
                    <a:pt x="5255867" y="90881"/>
                  </a:lnTo>
                  <a:lnTo>
                    <a:pt x="5222286" y="57301"/>
                  </a:lnTo>
                  <a:lnTo>
                    <a:pt x="5182114" y="31653"/>
                  </a:lnTo>
                  <a:lnTo>
                    <a:pt x="5136692" y="15280"/>
                  </a:lnTo>
                  <a:lnTo>
                    <a:pt x="5087362" y="9524"/>
                  </a:lnTo>
                  <a:lnTo>
                    <a:pt x="5148288" y="9524"/>
                  </a:lnTo>
                  <a:lnTo>
                    <a:pt x="5213224" y="38763"/>
                  </a:lnTo>
                  <a:lnTo>
                    <a:pt x="5246700" y="66420"/>
                  </a:lnTo>
                  <a:lnTo>
                    <a:pt x="5274371" y="99888"/>
                  </a:lnTo>
                  <a:lnTo>
                    <a:pt x="5295299" y="138231"/>
                  </a:lnTo>
                  <a:lnTo>
                    <a:pt x="5308545" y="180515"/>
                  </a:lnTo>
                  <a:lnTo>
                    <a:pt x="5313168" y="225805"/>
                  </a:lnTo>
                  <a:lnTo>
                    <a:pt x="5313168" y="1109725"/>
                  </a:lnTo>
                  <a:lnTo>
                    <a:pt x="5308550" y="1154979"/>
                  </a:lnTo>
                  <a:lnTo>
                    <a:pt x="5295317" y="1197246"/>
                  </a:lnTo>
                  <a:lnTo>
                    <a:pt x="5274405" y="1235587"/>
                  </a:lnTo>
                  <a:lnTo>
                    <a:pt x="5246747" y="1269062"/>
                  </a:lnTo>
                  <a:lnTo>
                    <a:pt x="5213280" y="1296734"/>
                  </a:lnTo>
                  <a:lnTo>
                    <a:pt x="5174937" y="1317662"/>
                  </a:lnTo>
                  <a:lnTo>
                    <a:pt x="5148299" y="1326006"/>
                  </a:lnTo>
                  <a:close/>
                </a:path>
                <a:path w="5313680" h="1336039">
                  <a:moveTo>
                    <a:pt x="225805" y="1335531"/>
                  </a:moveTo>
                  <a:lnTo>
                    <a:pt x="180871" y="1330907"/>
                  </a:lnTo>
                  <a:lnTo>
                    <a:pt x="225805" y="1330907"/>
                  </a:lnTo>
                  <a:lnTo>
                    <a:pt x="225805" y="1335531"/>
                  </a:lnTo>
                  <a:close/>
                </a:path>
                <a:path w="5313680" h="1336039">
                  <a:moveTo>
                    <a:pt x="5087362" y="1335531"/>
                  </a:moveTo>
                  <a:lnTo>
                    <a:pt x="225805" y="1335531"/>
                  </a:lnTo>
                  <a:lnTo>
                    <a:pt x="225805" y="1330907"/>
                  </a:lnTo>
                  <a:lnTo>
                    <a:pt x="5087362" y="1330907"/>
                  </a:lnTo>
                  <a:lnTo>
                    <a:pt x="5087362" y="1335531"/>
                  </a:lnTo>
                  <a:close/>
                </a:path>
              </a:pathLst>
            </a:custGeom>
            <a:solidFill>
              <a:srgbClr val="DBE3E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685860" y="5760653"/>
              <a:ext cx="73660" cy="23495"/>
            </a:xfrm>
            <a:custGeom>
              <a:avLst/>
              <a:gdLst/>
              <a:ahLst/>
              <a:cxnLst/>
              <a:rect l="l" t="t" r="r" b="b"/>
              <a:pathLst>
                <a:path w="73659" h="23495">
                  <a:moveTo>
                    <a:pt x="0" y="23114"/>
                  </a:moveTo>
                  <a:lnTo>
                    <a:pt x="73151" y="23114"/>
                  </a:lnTo>
                  <a:lnTo>
                    <a:pt x="73151" y="0"/>
                  </a:lnTo>
                  <a:lnTo>
                    <a:pt x="0" y="0"/>
                  </a:lnTo>
                  <a:lnTo>
                    <a:pt x="0" y="23114"/>
                  </a:lnTo>
                  <a:close/>
                </a:path>
              </a:pathLst>
            </a:custGeom>
            <a:solidFill>
              <a:srgbClr val="000000">
                <a:alpha val="348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685860" y="4434773"/>
              <a:ext cx="73660" cy="1325880"/>
            </a:xfrm>
            <a:custGeom>
              <a:avLst/>
              <a:gdLst/>
              <a:ahLst/>
              <a:cxnLst/>
              <a:rect l="l" t="t" r="r" b="b"/>
              <a:pathLst>
                <a:path w="73659" h="1325879">
                  <a:moveTo>
                    <a:pt x="73151" y="1325879"/>
                  </a:moveTo>
                  <a:lnTo>
                    <a:pt x="0" y="1325879"/>
                  </a:lnTo>
                  <a:lnTo>
                    <a:pt x="0" y="0"/>
                  </a:lnTo>
                  <a:lnTo>
                    <a:pt x="73151" y="0"/>
                  </a:lnTo>
                  <a:lnTo>
                    <a:pt x="73151" y="1325879"/>
                  </a:lnTo>
                  <a:close/>
                </a:path>
              </a:pathLst>
            </a:custGeom>
            <a:solidFill>
              <a:srgbClr val="28BED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9" name="object 39"/>
          <p:cNvSpPr txBox="1"/>
          <p:nvPr/>
        </p:nvSpPr>
        <p:spPr>
          <a:xfrm>
            <a:off x="974851" y="4681658"/>
            <a:ext cx="4036060" cy="578485"/>
          </a:xfrm>
          <a:prstGeom prst="rect">
            <a:avLst/>
          </a:prstGeom>
        </p:spPr>
        <p:txBody>
          <a:bodyPr wrap="square" lIns="0" tIns="565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dirty="0" sz="1700" spc="-10" b="1" i="1">
                <a:solidFill>
                  <a:srgbClr val="092649"/>
                </a:solidFill>
                <a:latin typeface="Arial"/>
                <a:cs typeface="Arial"/>
              </a:rPr>
              <a:t>Role-</a:t>
            </a:r>
            <a:r>
              <a:rPr dirty="0" sz="1700" b="1" i="1">
                <a:solidFill>
                  <a:srgbClr val="092649"/>
                </a:solidFill>
                <a:latin typeface="Arial"/>
                <a:cs typeface="Arial"/>
              </a:rPr>
              <a:t>Based</a:t>
            </a:r>
            <a:r>
              <a:rPr dirty="0" sz="1700" spc="-40" b="1" i="1">
                <a:solidFill>
                  <a:srgbClr val="092649"/>
                </a:solidFill>
                <a:latin typeface="Arial"/>
                <a:cs typeface="Arial"/>
              </a:rPr>
              <a:t> </a:t>
            </a:r>
            <a:r>
              <a:rPr dirty="0" sz="1700" spc="-10" b="1" i="1">
                <a:solidFill>
                  <a:srgbClr val="092649"/>
                </a:solidFill>
                <a:latin typeface="Arial"/>
                <a:cs typeface="Arial"/>
              </a:rPr>
              <a:t>Marketplace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dirty="0" sz="1400">
                <a:solidFill>
                  <a:srgbClr val="161D29"/>
                </a:solidFill>
                <a:latin typeface="Arial MT"/>
                <a:cs typeface="Arial MT"/>
              </a:rPr>
              <a:t>Distinct</a:t>
            </a:r>
            <a:r>
              <a:rPr dirty="0" sz="1400" spc="-40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61D29"/>
                </a:solidFill>
                <a:latin typeface="Arial MT"/>
                <a:cs typeface="Arial MT"/>
              </a:rPr>
              <a:t>driver,</a:t>
            </a:r>
            <a:r>
              <a:rPr dirty="0" sz="1400" spc="-40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61D29"/>
                </a:solidFill>
                <a:latin typeface="Arial MT"/>
                <a:cs typeface="Arial MT"/>
              </a:rPr>
              <a:t>owner,</a:t>
            </a:r>
            <a:r>
              <a:rPr dirty="0" sz="1400" spc="-40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61D29"/>
                </a:solidFill>
                <a:latin typeface="Arial MT"/>
                <a:cs typeface="Arial MT"/>
              </a:rPr>
              <a:t>and</a:t>
            </a:r>
            <a:r>
              <a:rPr dirty="0" sz="1400" spc="-40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61D29"/>
                </a:solidFill>
                <a:latin typeface="Arial MT"/>
                <a:cs typeface="Arial MT"/>
              </a:rPr>
              <a:t>administrator</a:t>
            </a:r>
            <a:r>
              <a:rPr dirty="0" sz="1400" spc="-40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400" spc="-10">
                <a:solidFill>
                  <a:srgbClr val="161D29"/>
                </a:solidFill>
                <a:latin typeface="Arial MT"/>
                <a:cs typeface="Arial MT"/>
              </a:rPr>
              <a:t>workflows.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6304593" y="4430074"/>
            <a:ext cx="5313680" cy="1358900"/>
            <a:chOff x="6304593" y="4430074"/>
            <a:chExt cx="5313680" cy="1358900"/>
          </a:xfrm>
        </p:grpSpPr>
        <p:sp>
          <p:nvSpPr>
            <p:cNvPr id="33" name="object 33"/>
            <p:cNvSpPr/>
            <p:nvPr/>
          </p:nvSpPr>
          <p:spPr>
            <a:xfrm>
              <a:off x="6304593" y="4453061"/>
              <a:ext cx="5313680" cy="1336040"/>
            </a:xfrm>
            <a:custGeom>
              <a:avLst/>
              <a:gdLst/>
              <a:ahLst/>
              <a:cxnLst/>
              <a:rect l="l" t="t" r="r" b="b"/>
              <a:pathLst>
                <a:path w="5313680" h="1336039">
                  <a:moveTo>
                    <a:pt x="5090537" y="1335531"/>
                  </a:moveTo>
                  <a:lnTo>
                    <a:pt x="222631" y="1335531"/>
                  </a:lnTo>
                  <a:lnTo>
                    <a:pt x="178104" y="1330971"/>
                  </a:lnTo>
                  <a:lnTo>
                    <a:pt x="136473" y="1317908"/>
                  </a:lnTo>
                  <a:lnTo>
                    <a:pt x="98601" y="1297270"/>
                  </a:lnTo>
                  <a:lnTo>
                    <a:pt x="65558" y="1269983"/>
                  </a:lnTo>
                  <a:lnTo>
                    <a:pt x="38255" y="1236976"/>
                  </a:lnTo>
                  <a:lnTo>
                    <a:pt x="17615" y="1199175"/>
                  </a:lnTo>
                  <a:lnTo>
                    <a:pt x="4556" y="1157507"/>
                  </a:lnTo>
                  <a:lnTo>
                    <a:pt x="0" y="1112900"/>
                  </a:lnTo>
                  <a:lnTo>
                    <a:pt x="0" y="222630"/>
                  </a:lnTo>
                  <a:lnTo>
                    <a:pt x="4555" y="177987"/>
                  </a:lnTo>
                  <a:lnTo>
                    <a:pt x="17605" y="136302"/>
                  </a:lnTo>
                  <a:lnTo>
                    <a:pt x="38228" y="98499"/>
                  </a:lnTo>
                  <a:lnTo>
                    <a:pt x="65500" y="65500"/>
                  </a:lnTo>
                  <a:lnTo>
                    <a:pt x="98499" y="38228"/>
                  </a:lnTo>
                  <a:lnTo>
                    <a:pt x="136303" y="17605"/>
                  </a:lnTo>
                  <a:lnTo>
                    <a:pt x="177987" y="4555"/>
                  </a:lnTo>
                  <a:lnTo>
                    <a:pt x="222631" y="0"/>
                  </a:lnTo>
                  <a:lnTo>
                    <a:pt x="5090537" y="0"/>
                  </a:lnTo>
                  <a:lnTo>
                    <a:pt x="5135144" y="4555"/>
                  </a:lnTo>
                  <a:lnTo>
                    <a:pt x="5176812" y="17605"/>
                  </a:lnTo>
                  <a:lnTo>
                    <a:pt x="5214613" y="38228"/>
                  </a:lnTo>
                  <a:lnTo>
                    <a:pt x="5247620" y="65500"/>
                  </a:lnTo>
                  <a:lnTo>
                    <a:pt x="5274906" y="98499"/>
                  </a:lnTo>
                  <a:lnTo>
                    <a:pt x="5295545" y="136302"/>
                  </a:lnTo>
                  <a:lnTo>
                    <a:pt x="5308607" y="177987"/>
                  </a:lnTo>
                  <a:lnTo>
                    <a:pt x="5313168" y="222630"/>
                  </a:lnTo>
                  <a:lnTo>
                    <a:pt x="5313168" y="1112900"/>
                  </a:lnTo>
                  <a:lnTo>
                    <a:pt x="5308613" y="1157507"/>
                  </a:lnTo>
                  <a:lnTo>
                    <a:pt x="5295562" y="1199175"/>
                  </a:lnTo>
                  <a:lnTo>
                    <a:pt x="5274940" y="1236976"/>
                  </a:lnTo>
                  <a:lnTo>
                    <a:pt x="5247668" y="1269983"/>
                  </a:lnTo>
                  <a:lnTo>
                    <a:pt x="5214669" y="1297270"/>
                  </a:lnTo>
                  <a:lnTo>
                    <a:pt x="5176865" y="1317908"/>
                  </a:lnTo>
                  <a:lnTo>
                    <a:pt x="5135181" y="1330971"/>
                  </a:lnTo>
                  <a:lnTo>
                    <a:pt x="5090537" y="1335531"/>
                  </a:lnTo>
                  <a:close/>
                </a:path>
              </a:pathLst>
            </a:custGeom>
            <a:solidFill>
              <a:srgbClr val="000000">
                <a:alpha val="348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6309419" y="4434900"/>
              <a:ext cx="5303520" cy="1325880"/>
            </a:xfrm>
            <a:custGeom>
              <a:avLst/>
              <a:gdLst/>
              <a:ahLst/>
              <a:cxnLst/>
              <a:rect l="l" t="t" r="r" b="b"/>
              <a:pathLst>
                <a:path w="5303520" h="1325879">
                  <a:moveTo>
                    <a:pt x="5082536" y="1325879"/>
                  </a:moveTo>
                  <a:lnTo>
                    <a:pt x="220979" y="1325879"/>
                  </a:lnTo>
                  <a:lnTo>
                    <a:pt x="176661" y="1321359"/>
                  </a:lnTo>
                  <a:lnTo>
                    <a:pt x="135284" y="1308407"/>
                  </a:lnTo>
                  <a:lnTo>
                    <a:pt x="97761" y="1287939"/>
                  </a:lnTo>
                  <a:lnTo>
                    <a:pt x="65007" y="1260871"/>
                  </a:lnTo>
                  <a:lnTo>
                    <a:pt x="37939" y="1228118"/>
                  </a:lnTo>
                  <a:lnTo>
                    <a:pt x="17472" y="1190595"/>
                  </a:lnTo>
                  <a:lnTo>
                    <a:pt x="4520" y="1149217"/>
                  </a:lnTo>
                  <a:lnTo>
                    <a:pt x="0" y="1104900"/>
                  </a:lnTo>
                  <a:lnTo>
                    <a:pt x="0" y="220979"/>
                  </a:lnTo>
                  <a:lnTo>
                    <a:pt x="4520" y="176662"/>
                  </a:lnTo>
                  <a:lnTo>
                    <a:pt x="17472" y="135284"/>
                  </a:lnTo>
                  <a:lnTo>
                    <a:pt x="37939" y="97761"/>
                  </a:lnTo>
                  <a:lnTo>
                    <a:pt x="65007" y="65008"/>
                  </a:lnTo>
                  <a:lnTo>
                    <a:pt x="97761" y="37940"/>
                  </a:lnTo>
                  <a:lnTo>
                    <a:pt x="135284" y="17472"/>
                  </a:lnTo>
                  <a:lnTo>
                    <a:pt x="176661" y="4520"/>
                  </a:lnTo>
                  <a:lnTo>
                    <a:pt x="220979" y="0"/>
                  </a:lnTo>
                  <a:lnTo>
                    <a:pt x="5082536" y="0"/>
                  </a:lnTo>
                  <a:lnTo>
                    <a:pt x="5126853" y="4520"/>
                  </a:lnTo>
                  <a:lnTo>
                    <a:pt x="5168231" y="17472"/>
                  </a:lnTo>
                  <a:lnTo>
                    <a:pt x="5205754" y="37940"/>
                  </a:lnTo>
                  <a:lnTo>
                    <a:pt x="5238508" y="65008"/>
                  </a:lnTo>
                  <a:lnTo>
                    <a:pt x="5265576" y="97761"/>
                  </a:lnTo>
                  <a:lnTo>
                    <a:pt x="5286043" y="135284"/>
                  </a:lnTo>
                  <a:lnTo>
                    <a:pt x="5298995" y="176662"/>
                  </a:lnTo>
                  <a:lnTo>
                    <a:pt x="5303516" y="220979"/>
                  </a:lnTo>
                  <a:lnTo>
                    <a:pt x="5303516" y="1104900"/>
                  </a:lnTo>
                  <a:lnTo>
                    <a:pt x="5298995" y="1149217"/>
                  </a:lnTo>
                  <a:lnTo>
                    <a:pt x="5286043" y="1190595"/>
                  </a:lnTo>
                  <a:lnTo>
                    <a:pt x="5265576" y="1228118"/>
                  </a:lnTo>
                  <a:lnTo>
                    <a:pt x="5238508" y="1260871"/>
                  </a:lnTo>
                  <a:lnTo>
                    <a:pt x="5205754" y="1287939"/>
                  </a:lnTo>
                  <a:lnTo>
                    <a:pt x="5168231" y="1308407"/>
                  </a:lnTo>
                  <a:lnTo>
                    <a:pt x="5126853" y="1321359"/>
                  </a:lnTo>
                  <a:lnTo>
                    <a:pt x="5082536" y="1325879"/>
                  </a:lnTo>
                  <a:close/>
                </a:path>
              </a:pathLst>
            </a:custGeom>
            <a:solidFill>
              <a:srgbClr val="F4F7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6304593" y="4430074"/>
              <a:ext cx="5313680" cy="1336040"/>
            </a:xfrm>
            <a:custGeom>
              <a:avLst/>
              <a:gdLst/>
              <a:ahLst/>
              <a:cxnLst/>
              <a:rect l="l" t="t" r="r" b="b"/>
              <a:pathLst>
                <a:path w="5313680" h="1336039">
                  <a:moveTo>
                    <a:pt x="5087362" y="1335531"/>
                  </a:moveTo>
                  <a:lnTo>
                    <a:pt x="5087362" y="1330907"/>
                  </a:lnTo>
                  <a:lnTo>
                    <a:pt x="180632" y="1330907"/>
                  </a:lnTo>
                  <a:lnTo>
                    <a:pt x="138408" y="1317662"/>
                  </a:lnTo>
                  <a:lnTo>
                    <a:pt x="100002" y="1296734"/>
                  </a:lnTo>
                  <a:lnTo>
                    <a:pt x="66497" y="1269062"/>
                  </a:lnTo>
                  <a:lnTo>
                    <a:pt x="38817" y="1235587"/>
                  </a:lnTo>
                  <a:lnTo>
                    <a:pt x="17890" y="1197246"/>
                  </a:lnTo>
                  <a:lnTo>
                    <a:pt x="4646" y="1154979"/>
                  </a:lnTo>
                  <a:lnTo>
                    <a:pt x="12" y="1109725"/>
                  </a:lnTo>
                  <a:lnTo>
                    <a:pt x="0" y="225805"/>
                  </a:lnTo>
                  <a:lnTo>
                    <a:pt x="4618" y="180515"/>
                  </a:lnTo>
                  <a:lnTo>
                    <a:pt x="17851" y="138231"/>
                  </a:lnTo>
                  <a:lnTo>
                    <a:pt x="38763" y="99888"/>
                  </a:lnTo>
                  <a:lnTo>
                    <a:pt x="66420" y="66420"/>
                  </a:lnTo>
                  <a:lnTo>
                    <a:pt x="99888" y="38763"/>
                  </a:lnTo>
                  <a:lnTo>
                    <a:pt x="138231" y="17851"/>
                  </a:lnTo>
                  <a:lnTo>
                    <a:pt x="180515" y="4618"/>
                  </a:lnTo>
                  <a:lnTo>
                    <a:pt x="225805" y="0"/>
                  </a:lnTo>
                  <a:lnTo>
                    <a:pt x="225805" y="4618"/>
                  </a:lnTo>
                  <a:lnTo>
                    <a:pt x="5132793" y="4618"/>
                  </a:lnTo>
                  <a:lnTo>
                    <a:pt x="5148287" y="9524"/>
                  </a:lnTo>
                  <a:lnTo>
                    <a:pt x="225805" y="9524"/>
                  </a:lnTo>
                  <a:lnTo>
                    <a:pt x="176476" y="15280"/>
                  </a:lnTo>
                  <a:lnTo>
                    <a:pt x="131054" y="31653"/>
                  </a:lnTo>
                  <a:lnTo>
                    <a:pt x="90881" y="57301"/>
                  </a:lnTo>
                  <a:lnTo>
                    <a:pt x="57301" y="90881"/>
                  </a:lnTo>
                  <a:lnTo>
                    <a:pt x="31653" y="131054"/>
                  </a:lnTo>
                  <a:lnTo>
                    <a:pt x="15280" y="176476"/>
                  </a:lnTo>
                  <a:lnTo>
                    <a:pt x="9524" y="225805"/>
                  </a:lnTo>
                  <a:lnTo>
                    <a:pt x="9524" y="1109725"/>
                  </a:lnTo>
                  <a:lnTo>
                    <a:pt x="15280" y="1159055"/>
                  </a:lnTo>
                  <a:lnTo>
                    <a:pt x="31653" y="1204477"/>
                  </a:lnTo>
                  <a:lnTo>
                    <a:pt x="57301" y="1244649"/>
                  </a:lnTo>
                  <a:lnTo>
                    <a:pt x="90881" y="1278230"/>
                  </a:lnTo>
                  <a:lnTo>
                    <a:pt x="131054" y="1303878"/>
                  </a:lnTo>
                  <a:lnTo>
                    <a:pt x="176476" y="1320250"/>
                  </a:lnTo>
                  <a:lnTo>
                    <a:pt x="225805" y="1326006"/>
                  </a:lnTo>
                  <a:lnTo>
                    <a:pt x="5148299" y="1326006"/>
                  </a:lnTo>
                  <a:lnTo>
                    <a:pt x="5132652" y="1330907"/>
                  </a:lnTo>
                  <a:lnTo>
                    <a:pt x="5087362" y="1335531"/>
                  </a:lnTo>
                  <a:close/>
                </a:path>
                <a:path w="5313680" h="1336039">
                  <a:moveTo>
                    <a:pt x="5087362" y="4618"/>
                  </a:moveTo>
                  <a:lnTo>
                    <a:pt x="225805" y="4618"/>
                  </a:lnTo>
                  <a:lnTo>
                    <a:pt x="225805" y="0"/>
                  </a:lnTo>
                  <a:lnTo>
                    <a:pt x="5087362" y="0"/>
                  </a:lnTo>
                  <a:lnTo>
                    <a:pt x="5087362" y="4618"/>
                  </a:lnTo>
                  <a:close/>
                </a:path>
                <a:path w="5313680" h="1336039">
                  <a:moveTo>
                    <a:pt x="5132616" y="4618"/>
                  </a:moveTo>
                  <a:lnTo>
                    <a:pt x="5087362" y="4618"/>
                  </a:lnTo>
                  <a:lnTo>
                    <a:pt x="5087362" y="0"/>
                  </a:lnTo>
                  <a:lnTo>
                    <a:pt x="5132616" y="4618"/>
                  </a:lnTo>
                  <a:close/>
                </a:path>
                <a:path w="5313680" h="1336039">
                  <a:moveTo>
                    <a:pt x="5148299" y="1326006"/>
                  </a:moveTo>
                  <a:lnTo>
                    <a:pt x="5087362" y="1326006"/>
                  </a:lnTo>
                  <a:lnTo>
                    <a:pt x="5136692" y="1320250"/>
                  </a:lnTo>
                  <a:lnTo>
                    <a:pt x="5182114" y="1303878"/>
                  </a:lnTo>
                  <a:lnTo>
                    <a:pt x="5222286" y="1278230"/>
                  </a:lnTo>
                  <a:lnTo>
                    <a:pt x="5255867" y="1244649"/>
                  </a:lnTo>
                  <a:lnTo>
                    <a:pt x="5281515" y="1204477"/>
                  </a:lnTo>
                  <a:lnTo>
                    <a:pt x="5297888" y="1159055"/>
                  </a:lnTo>
                  <a:lnTo>
                    <a:pt x="5303644" y="1109725"/>
                  </a:lnTo>
                  <a:lnTo>
                    <a:pt x="5303644" y="225805"/>
                  </a:lnTo>
                  <a:lnTo>
                    <a:pt x="5297888" y="176476"/>
                  </a:lnTo>
                  <a:lnTo>
                    <a:pt x="5281515" y="131054"/>
                  </a:lnTo>
                  <a:lnTo>
                    <a:pt x="5255867" y="90881"/>
                  </a:lnTo>
                  <a:lnTo>
                    <a:pt x="5222286" y="57301"/>
                  </a:lnTo>
                  <a:lnTo>
                    <a:pt x="5182114" y="31653"/>
                  </a:lnTo>
                  <a:lnTo>
                    <a:pt x="5136692" y="15280"/>
                  </a:lnTo>
                  <a:lnTo>
                    <a:pt x="5087362" y="9524"/>
                  </a:lnTo>
                  <a:lnTo>
                    <a:pt x="5148287" y="9524"/>
                  </a:lnTo>
                  <a:lnTo>
                    <a:pt x="5213224" y="38763"/>
                  </a:lnTo>
                  <a:lnTo>
                    <a:pt x="5246699" y="66420"/>
                  </a:lnTo>
                  <a:lnTo>
                    <a:pt x="5274371" y="99888"/>
                  </a:lnTo>
                  <a:lnTo>
                    <a:pt x="5295298" y="138231"/>
                  </a:lnTo>
                  <a:lnTo>
                    <a:pt x="5308544" y="180515"/>
                  </a:lnTo>
                  <a:lnTo>
                    <a:pt x="5313168" y="225805"/>
                  </a:lnTo>
                  <a:lnTo>
                    <a:pt x="5313168" y="1109725"/>
                  </a:lnTo>
                  <a:lnTo>
                    <a:pt x="5308549" y="1154979"/>
                  </a:lnTo>
                  <a:lnTo>
                    <a:pt x="5295316" y="1197246"/>
                  </a:lnTo>
                  <a:lnTo>
                    <a:pt x="5274404" y="1235587"/>
                  </a:lnTo>
                  <a:lnTo>
                    <a:pt x="5246747" y="1269062"/>
                  </a:lnTo>
                  <a:lnTo>
                    <a:pt x="5213279" y="1296734"/>
                  </a:lnTo>
                  <a:lnTo>
                    <a:pt x="5174936" y="1317662"/>
                  </a:lnTo>
                  <a:lnTo>
                    <a:pt x="5148299" y="1326006"/>
                  </a:lnTo>
                  <a:close/>
                </a:path>
                <a:path w="5313680" h="1336039">
                  <a:moveTo>
                    <a:pt x="225805" y="1335531"/>
                  </a:moveTo>
                  <a:lnTo>
                    <a:pt x="180871" y="1330907"/>
                  </a:lnTo>
                  <a:lnTo>
                    <a:pt x="225805" y="1330907"/>
                  </a:lnTo>
                  <a:lnTo>
                    <a:pt x="225805" y="1335531"/>
                  </a:lnTo>
                  <a:close/>
                </a:path>
                <a:path w="5313680" h="1336039">
                  <a:moveTo>
                    <a:pt x="5087362" y="1335531"/>
                  </a:moveTo>
                  <a:lnTo>
                    <a:pt x="225805" y="1335531"/>
                  </a:lnTo>
                  <a:lnTo>
                    <a:pt x="225805" y="1330907"/>
                  </a:lnTo>
                  <a:lnTo>
                    <a:pt x="5087362" y="1330907"/>
                  </a:lnTo>
                  <a:lnTo>
                    <a:pt x="5087362" y="1335531"/>
                  </a:lnTo>
                  <a:close/>
                </a:path>
              </a:pathLst>
            </a:custGeom>
            <a:solidFill>
              <a:srgbClr val="DBE3E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6309419" y="5760653"/>
              <a:ext cx="73660" cy="23495"/>
            </a:xfrm>
            <a:custGeom>
              <a:avLst/>
              <a:gdLst/>
              <a:ahLst/>
              <a:cxnLst/>
              <a:rect l="l" t="t" r="r" b="b"/>
              <a:pathLst>
                <a:path w="73660" h="23495">
                  <a:moveTo>
                    <a:pt x="0" y="23114"/>
                  </a:moveTo>
                  <a:lnTo>
                    <a:pt x="73151" y="23114"/>
                  </a:lnTo>
                  <a:lnTo>
                    <a:pt x="73151" y="0"/>
                  </a:lnTo>
                  <a:lnTo>
                    <a:pt x="0" y="0"/>
                  </a:lnTo>
                  <a:lnTo>
                    <a:pt x="0" y="23114"/>
                  </a:lnTo>
                  <a:close/>
                </a:path>
              </a:pathLst>
            </a:custGeom>
            <a:solidFill>
              <a:srgbClr val="000000">
                <a:alpha val="348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6309419" y="4434773"/>
              <a:ext cx="73660" cy="1325880"/>
            </a:xfrm>
            <a:custGeom>
              <a:avLst/>
              <a:gdLst/>
              <a:ahLst/>
              <a:cxnLst/>
              <a:rect l="l" t="t" r="r" b="b"/>
              <a:pathLst>
                <a:path w="73660" h="1325879">
                  <a:moveTo>
                    <a:pt x="73151" y="1325879"/>
                  </a:moveTo>
                  <a:lnTo>
                    <a:pt x="0" y="1325879"/>
                  </a:lnTo>
                  <a:lnTo>
                    <a:pt x="0" y="0"/>
                  </a:lnTo>
                  <a:lnTo>
                    <a:pt x="73151" y="0"/>
                  </a:lnTo>
                  <a:lnTo>
                    <a:pt x="73151" y="1325879"/>
                  </a:lnTo>
                  <a:close/>
                </a:path>
              </a:pathLst>
            </a:custGeom>
            <a:solidFill>
              <a:srgbClr val="D0374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4" name="object 44"/>
          <p:cNvSpPr txBox="1"/>
          <p:nvPr/>
        </p:nvSpPr>
        <p:spPr>
          <a:xfrm>
            <a:off x="6598411" y="4681658"/>
            <a:ext cx="4590415" cy="578485"/>
          </a:xfrm>
          <a:prstGeom prst="rect">
            <a:avLst/>
          </a:prstGeom>
        </p:spPr>
        <p:txBody>
          <a:bodyPr wrap="square" lIns="0" tIns="565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dirty="0" sz="1700" spc="-10" b="1" i="1">
                <a:solidFill>
                  <a:srgbClr val="092649"/>
                </a:solidFill>
                <a:latin typeface="Arial"/>
                <a:cs typeface="Arial"/>
              </a:rPr>
              <a:t>Production-</a:t>
            </a:r>
            <a:r>
              <a:rPr dirty="0" sz="1700" b="1" i="1">
                <a:solidFill>
                  <a:srgbClr val="092649"/>
                </a:solidFill>
                <a:latin typeface="Arial"/>
                <a:cs typeface="Arial"/>
              </a:rPr>
              <a:t>Oriented</a:t>
            </a:r>
            <a:r>
              <a:rPr dirty="0" sz="1700" spc="-35" b="1" i="1">
                <a:solidFill>
                  <a:srgbClr val="092649"/>
                </a:solidFill>
                <a:latin typeface="Arial"/>
                <a:cs typeface="Arial"/>
              </a:rPr>
              <a:t> </a:t>
            </a:r>
            <a:r>
              <a:rPr dirty="0" sz="1700" b="1" i="1">
                <a:solidFill>
                  <a:srgbClr val="092649"/>
                </a:solidFill>
                <a:latin typeface="Arial"/>
                <a:cs typeface="Arial"/>
              </a:rPr>
              <a:t>AI</a:t>
            </a:r>
            <a:r>
              <a:rPr dirty="0" sz="1700" spc="-40" b="1" i="1">
                <a:solidFill>
                  <a:srgbClr val="092649"/>
                </a:solidFill>
                <a:latin typeface="Arial"/>
                <a:cs typeface="Arial"/>
              </a:rPr>
              <a:t> </a:t>
            </a:r>
            <a:r>
              <a:rPr dirty="0" sz="1700" spc="-10" b="1" i="1">
                <a:solidFill>
                  <a:srgbClr val="092649"/>
                </a:solidFill>
                <a:latin typeface="Arial"/>
                <a:cs typeface="Arial"/>
              </a:rPr>
              <a:t>Design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dirty="0" sz="1400">
                <a:solidFill>
                  <a:srgbClr val="161D29"/>
                </a:solidFill>
                <a:latin typeface="Arial MT"/>
                <a:cs typeface="Arial MT"/>
              </a:rPr>
              <a:t>Separates</a:t>
            </a:r>
            <a:r>
              <a:rPr dirty="0" sz="1400" spc="-35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61D29"/>
                </a:solidFill>
                <a:latin typeface="Arial MT"/>
                <a:cs typeface="Arial MT"/>
              </a:rPr>
              <a:t>authoritative</a:t>
            </a:r>
            <a:r>
              <a:rPr dirty="0" sz="1400" spc="-35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61D29"/>
                </a:solidFill>
                <a:latin typeface="Arial MT"/>
                <a:cs typeface="Arial MT"/>
              </a:rPr>
              <a:t>data,</a:t>
            </a:r>
            <a:r>
              <a:rPr dirty="0" sz="1400" spc="-35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61D29"/>
                </a:solidFill>
                <a:latin typeface="Arial MT"/>
                <a:cs typeface="Arial MT"/>
              </a:rPr>
              <a:t>AI</a:t>
            </a:r>
            <a:r>
              <a:rPr dirty="0" sz="1400" spc="-35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61D29"/>
                </a:solidFill>
                <a:latin typeface="Arial MT"/>
                <a:cs typeface="Arial MT"/>
              </a:rPr>
              <a:t>reasoning,</a:t>
            </a:r>
            <a:r>
              <a:rPr dirty="0" sz="1400" spc="-35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61D29"/>
                </a:solidFill>
                <a:latin typeface="Arial MT"/>
                <a:cs typeface="Arial MT"/>
              </a:rPr>
              <a:t>and</a:t>
            </a:r>
            <a:r>
              <a:rPr dirty="0" sz="1400" spc="-35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400" spc="-10">
                <a:solidFill>
                  <a:srgbClr val="161D29"/>
                </a:solidFill>
                <a:latin typeface="Arial MT"/>
                <a:cs typeface="Arial MT"/>
              </a:rPr>
              <a:t>validation.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46" name="object 4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9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/>
              <a:t>ParkShare •</a:t>
            </a:r>
            <a:r>
              <a:rPr dirty="0" spc="495"/>
              <a:t> </a:t>
            </a:r>
            <a:r>
              <a:rPr dirty="0"/>
              <a:t>IBM University </a:t>
            </a:r>
            <a:r>
              <a:rPr dirty="0" spc="-10"/>
              <a:t>Engagement</a:t>
            </a:r>
          </a:p>
        </p:txBody>
      </p:sp>
      <p:sp>
        <p:nvSpPr>
          <p:cNvPr id="45" name="object 4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90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94356" y="914396"/>
            <a:ext cx="1005840" cy="78105"/>
            <a:chOff x="594356" y="914396"/>
            <a:chExt cx="1005840" cy="78105"/>
          </a:xfrm>
        </p:grpSpPr>
        <p:sp>
          <p:nvSpPr>
            <p:cNvPr id="3" name="object 3"/>
            <p:cNvSpPr/>
            <p:nvPr/>
          </p:nvSpPr>
          <p:spPr>
            <a:xfrm>
              <a:off x="594356" y="969260"/>
              <a:ext cx="1005840" cy="23495"/>
            </a:xfrm>
            <a:custGeom>
              <a:avLst/>
              <a:gdLst/>
              <a:ahLst/>
              <a:cxnLst/>
              <a:rect l="l" t="t" r="r" b="b"/>
              <a:pathLst>
                <a:path w="1005840" h="23494">
                  <a:moveTo>
                    <a:pt x="0" y="22986"/>
                  </a:moveTo>
                  <a:lnTo>
                    <a:pt x="1005837" y="22986"/>
                  </a:lnTo>
                  <a:lnTo>
                    <a:pt x="1005837" y="0"/>
                  </a:lnTo>
                  <a:lnTo>
                    <a:pt x="0" y="0"/>
                  </a:lnTo>
                  <a:lnTo>
                    <a:pt x="0" y="22986"/>
                  </a:lnTo>
                  <a:close/>
                </a:path>
              </a:pathLst>
            </a:custGeom>
            <a:solidFill>
              <a:srgbClr val="000000">
                <a:alpha val="348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594356" y="914396"/>
              <a:ext cx="1005840" cy="55244"/>
            </a:xfrm>
            <a:custGeom>
              <a:avLst/>
              <a:gdLst/>
              <a:ahLst/>
              <a:cxnLst/>
              <a:rect l="l" t="t" r="r" b="b"/>
              <a:pathLst>
                <a:path w="1005840" h="55244">
                  <a:moveTo>
                    <a:pt x="1005837" y="54863"/>
                  </a:moveTo>
                  <a:lnTo>
                    <a:pt x="0" y="54863"/>
                  </a:lnTo>
                  <a:lnTo>
                    <a:pt x="0" y="0"/>
                  </a:lnTo>
                  <a:lnTo>
                    <a:pt x="1005837" y="0"/>
                  </a:lnTo>
                  <a:lnTo>
                    <a:pt x="1005837" y="54863"/>
                  </a:lnTo>
                  <a:close/>
                </a:path>
              </a:pathLst>
            </a:custGeom>
            <a:solidFill>
              <a:srgbClr val="0E61F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GitHub</a:t>
            </a:r>
            <a:r>
              <a:rPr dirty="0" spc="-80"/>
              <a:t> </a:t>
            </a:r>
            <a:r>
              <a:rPr dirty="0" spc="-10"/>
              <a:t>Repository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673099" y="1232419"/>
            <a:ext cx="7669530" cy="12725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 i="1">
                <a:solidFill>
                  <a:srgbClr val="667386"/>
                </a:solidFill>
                <a:latin typeface="Arial"/>
                <a:cs typeface="Arial"/>
              </a:rPr>
              <a:t>Public</a:t>
            </a:r>
            <a:r>
              <a:rPr dirty="0" sz="2000" spc="-40" b="1" i="1">
                <a:solidFill>
                  <a:srgbClr val="667386"/>
                </a:solidFill>
                <a:latin typeface="Arial"/>
                <a:cs typeface="Arial"/>
              </a:rPr>
              <a:t> </a:t>
            </a:r>
            <a:r>
              <a:rPr dirty="0" sz="2000" b="1" i="1">
                <a:solidFill>
                  <a:srgbClr val="667386"/>
                </a:solidFill>
                <a:latin typeface="Arial"/>
                <a:cs typeface="Arial"/>
              </a:rPr>
              <a:t>Project</a:t>
            </a:r>
            <a:r>
              <a:rPr dirty="0" sz="2000" spc="-40" b="1" i="1">
                <a:solidFill>
                  <a:srgbClr val="667386"/>
                </a:solidFill>
                <a:latin typeface="Arial"/>
                <a:cs typeface="Arial"/>
              </a:rPr>
              <a:t> </a:t>
            </a:r>
            <a:r>
              <a:rPr dirty="0" sz="2000" spc="-10" b="1" i="1">
                <a:solidFill>
                  <a:srgbClr val="667386"/>
                </a:solidFill>
                <a:latin typeface="Arial"/>
                <a:cs typeface="Arial"/>
              </a:rPr>
              <a:t>Repository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995"/>
              </a:spcBef>
            </a:pPr>
            <a:endParaRPr sz="2000">
              <a:latin typeface="Arial"/>
              <a:cs typeface="Arial"/>
            </a:endParaRPr>
          </a:p>
          <a:p>
            <a:pPr marL="1723389">
              <a:lnSpc>
                <a:spcPct val="100000"/>
              </a:lnSpc>
              <a:spcBef>
                <a:spcPts val="5"/>
              </a:spcBef>
            </a:pPr>
            <a:r>
              <a:rPr dirty="0" u="sng" sz="2600" spc="-20">
                <a:uFill>
                  <a:solidFill>
                    <a:srgbClr val="000000"/>
                  </a:solidFill>
                </a:uFill>
                <a:latin typeface="Arial MT"/>
                <a:cs typeface="Arial MT"/>
                <a:hlinkClick r:id="rId2"/>
              </a:rPr>
              <a:t>https://github.com/satya-</a:t>
            </a:r>
            <a:r>
              <a:rPr dirty="0" u="sng" sz="2600" spc="-10">
                <a:uFill>
                  <a:solidFill>
                    <a:srgbClr val="000000"/>
                  </a:solidFill>
                </a:uFill>
                <a:latin typeface="Arial MT"/>
                <a:cs typeface="Arial MT"/>
                <a:hlinkClick r:id="rId2"/>
              </a:rPr>
              <a:t>1114/ParkShare</a:t>
            </a:r>
            <a:endParaRPr sz="2600">
              <a:latin typeface="Arial MT"/>
              <a:cs typeface="Arial M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81034" y="3853372"/>
            <a:ext cx="5222240" cy="1861820"/>
            <a:chOff x="681034" y="3853372"/>
            <a:chExt cx="5222240" cy="1861820"/>
          </a:xfrm>
        </p:grpSpPr>
        <p:sp>
          <p:nvSpPr>
            <p:cNvPr id="6" name="object 6"/>
            <p:cNvSpPr/>
            <p:nvPr/>
          </p:nvSpPr>
          <p:spPr>
            <a:xfrm>
              <a:off x="681034" y="3876359"/>
              <a:ext cx="5222240" cy="1838960"/>
            </a:xfrm>
            <a:custGeom>
              <a:avLst/>
              <a:gdLst/>
              <a:ahLst/>
              <a:cxnLst/>
              <a:rect l="l" t="t" r="r" b="b"/>
              <a:pathLst>
                <a:path w="5222240" h="1838960">
                  <a:moveTo>
                    <a:pt x="4915278" y="1838450"/>
                  </a:moveTo>
                  <a:lnTo>
                    <a:pt x="306450" y="1838450"/>
                  </a:lnTo>
                  <a:lnTo>
                    <a:pt x="257134" y="1834406"/>
                  </a:lnTo>
                  <a:lnTo>
                    <a:pt x="210206" y="1822709"/>
                  </a:lnTo>
                  <a:lnTo>
                    <a:pt x="166235" y="1804012"/>
                  </a:lnTo>
                  <a:lnTo>
                    <a:pt x="126028" y="1778969"/>
                  </a:lnTo>
                  <a:lnTo>
                    <a:pt x="90225" y="1748232"/>
                  </a:lnTo>
                  <a:lnTo>
                    <a:pt x="59475" y="1712455"/>
                  </a:lnTo>
                  <a:lnTo>
                    <a:pt x="34428" y="1672290"/>
                  </a:lnTo>
                  <a:lnTo>
                    <a:pt x="15733" y="1628390"/>
                  </a:lnTo>
                  <a:lnTo>
                    <a:pt x="4041" y="1581409"/>
                  </a:lnTo>
                  <a:lnTo>
                    <a:pt x="0" y="1531999"/>
                  </a:lnTo>
                  <a:lnTo>
                    <a:pt x="0" y="306450"/>
                  </a:lnTo>
                  <a:lnTo>
                    <a:pt x="4040" y="257010"/>
                  </a:lnTo>
                  <a:lnTo>
                    <a:pt x="15728" y="210011"/>
                  </a:lnTo>
                  <a:lnTo>
                    <a:pt x="34413" y="166104"/>
                  </a:lnTo>
                  <a:lnTo>
                    <a:pt x="59444" y="125940"/>
                  </a:lnTo>
                  <a:lnTo>
                    <a:pt x="90169" y="90169"/>
                  </a:lnTo>
                  <a:lnTo>
                    <a:pt x="125940" y="59444"/>
                  </a:lnTo>
                  <a:lnTo>
                    <a:pt x="166104" y="34413"/>
                  </a:lnTo>
                  <a:lnTo>
                    <a:pt x="210011" y="15728"/>
                  </a:lnTo>
                  <a:lnTo>
                    <a:pt x="257010" y="4040"/>
                  </a:lnTo>
                  <a:lnTo>
                    <a:pt x="306450" y="0"/>
                  </a:lnTo>
                  <a:lnTo>
                    <a:pt x="4915278" y="0"/>
                  </a:lnTo>
                  <a:lnTo>
                    <a:pt x="4964687" y="4040"/>
                  </a:lnTo>
                  <a:lnTo>
                    <a:pt x="5011669" y="15728"/>
                  </a:lnTo>
                  <a:lnTo>
                    <a:pt x="5055568" y="34413"/>
                  </a:lnTo>
                  <a:lnTo>
                    <a:pt x="5095733" y="59444"/>
                  </a:lnTo>
                  <a:lnTo>
                    <a:pt x="5131511" y="90169"/>
                  </a:lnTo>
                  <a:lnTo>
                    <a:pt x="5162248" y="125940"/>
                  </a:lnTo>
                  <a:lnTo>
                    <a:pt x="5187291" y="166104"/>
                  </a:lnTo>
                  <a:lnTo>
                    <a:pt x="5205988" y="210011"/>
                  </a:lnTo>
                  <a:lnTo>
                    <a:pt x="5217684" y="257010"/>
                  </a:lnTo>
                  <a:lnTo>
                    <a:pt x="5221728" y="306450"/>
                  </a:lnTo>
                  <a:lnTo>
                    <a:pt x="5221728" y="1531999"/>
                  </a:lnTo>
                  <a:lnTo>
                    <a:pt x="5217688" y="1581409"/>
                  </a:lnTo>
                  <a:lnTo>
                    <a:pt x="5206000" y="1628390"/>
                  </a:lnTo>
                  <a:lnTo>
                    <a:pt x="5187315" y="1672290"/>
                  </a:lnTo>
                  <a:lnTo>
                    <a:pt x="5162284" y="1712455"/>
                  </a:lnTo>
                  <a:lnTo>
                    <a:pt x="5131559" y="1748232"/>
                  </a:lnTo>
                  <a:lnTo>
                    <a:pt x="5095788" y="1778969"/>
                  </a:lnTo>
                  <a:lnTo>
                    <a:pt x="5055624" y="1804012"/>
                  </a:lnTo>
                  <a:lnTo>
                    <a:pt x="5011717" y="1822709"/>
                  </a:lnTo>
                  <a:lnTo>
                    <a:pt x="4964718" y="1834406"/>
                  </a:lnTo>
                  <a:lnTo>
                    <a:pt x="4915278" y="1838450"/>
                  </a:lnTo>
                  <a:close/>
                </a:path>
              </a:pathLst>
            </a:custGeom>
            <a:solidFill>
              <a:srgbClr val="000000">
                <a:alpha val="348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685733" y="3858198"/>
              <a:ext cx="5212080" cy="1828800"/>
            </a:xfrm>
            <a:custGeom>
              <a:avLst/>
              <a:gdLst/>
              <a:ahLst/>
              <a:cxnLst/>
              <a:rect l="l" t="t" r="r" b="b"/>
              <a:pathLst>
                <a:path w="5212080" h="1828800">
                  <a:moveTo>
                    <a:pt x="4907277" y="1828798"/>
                  </a:moveTo>
                  <a:lnTo>
                    <a:pt x="304926" y="1828798"/>
                  </a:lnTo>
                  <a:lnTo>
                    <a:pt x="255748" y="1824779"/>
                  </a:lnTo>
                  <a:lnTo>
                    <a:pt x="209000" y="1813156"/>
                  </a:lnTo>
                  <a:lnTo>
                    <a:pt x="165328" y="1794573"/>
                  </a:lnTo>
                  <a:lnTo>
                    <a:pt x="125381" y="1769679"/>
                  </a:lnTo>
                  <a:lnTo>
                    <a:pt x="89804" y="1739120"/>
                  </a:lnTo>
                  <a:lnTo>
                    <a:pt x="59245" y="1703543"/>
                  </a:lnTo>
                  <a:lnTo>
                    <a:pt x="34351" y="1663596"/>
                  </a:lnTo>
                  <a:lnTo>
                    <a:pt x="15769" y="1619925"/>
                  </a:lnTo>
                  <a:lnTo>
                    <a:pt x="4145" y="1573177"/>
                  </a:lnTo>
                  <a:lnTo>
                    <a:pt x="127" y="1523998"/>
                  </a:lnTo>
                  <a:lnTo>
                    <a:pt x="0" y="304799"/>
                  </a:lnTo>
                  <a:lnTo>
                    <a:pt x="4018" y="255621"/>
                  </a:lnTo>
                  <a:lnTo>
                    <a:pt x="15642" y="208873"/>
                  </a:lnTo>
                  <a:lnTo>
                    <a:pt x="34224" y="165201"/>
                  </a:lnTo>
                  <a:lnTo>
                    <a:pt x="59118" y="125254"/>
                  </a:lnTo>
                  <a:lnTo>
                    <a:pt x="89677" y="89677"/>
                  </a:lnTo>
                  <a:lnTo>
                    <a:pt x="125254" y="59119"/>
                  </a:lnTo>
                  <a:lnTo>
                    <a:pt x="165201" y="34224"/>
                  </a:lnTo>
                  <a:lnTo>
                    <a:pt x="208873" y="15642"/>
                  </a:lnTo>
                  <a:lnTo>
                    <a:pt x="255621" y="4018"/>
                  </a:lnTo>
                  <a:lnTo>
                    <a:pt x="304799" y="0"/>
                  </a:lnTo>
                  <a:lnTo>
                    <a:pt x="4907277" y="0"/>
                  </a:lnTo>
                  <a:lnTo>
                    <a:pt x="4956455" y="4018"/>
                  </a:lnTo>
                  <a:lnTo>
                    <a:pt x="5003203" y="15642"/>
                  </a:lnTo>
                  <a:lnTo>
                    <a:pt x="5046875" y="34224"/>
                  </a:lnTo>
                  <a:lnTo>
                    <a:pt x="5086822" y="59119"/>
                  </a:lnTo>
                  <a:lnTo>
                    <a:pt x="5122399" y="89677"/>
                  </a:lnTo>
                  <a:lnTo>
                    <a:pt x="5152958" y="125254"/>
                  </a:lnTo>
                  <a:lnTo>
                    <a:pt x="5177852" y="165201"/>
                  </a:lnTo>
                  <a:lnTo>
                    <a:pt x="5196434" y="208873"/>
                  </a:lnTo>
                  <a:lnTo>
                    <a:pt x="5208058" y="255621"/>
                  </a:lnTo>
                  <a:lnTo>
                    <a:pt x="5212077" y="304799"/>
                  </a:lnTo>
                  <a:lnTo>
                    <a:pt x="5212077" y="1523998"/>
                  </a:lnTo>
                  <a:lnTo>
                    <a:pt x="5208058" y="1573177"/>
                  </a:lnTo>
                  <a:lnTo>
                    <a:pt x="5196434" y="1619925"/>
                  </a:lnTo>
                  <a:lnTo>
                    <a:pt x="5177852" y="1663596"/>
                  </a:lnTo>
                  <a:lnTo>
                    <a:pt x="5152958" y="1703543"/>
                  </a:lnTo>
                  <a:lnTo>
                    <a:pt x="5122399" y="1739120"/>
                  </a:lnTo>
                  <a:lnTo>
                    <a:pt x="5086822" y="1769679"/>
                  </a:lnTo>
                  <a:lnTo>
                    <a:pt x="5046875" y="1794573"/>
                  </a:lnTo>
                  <a:lnTo>
                    <a:pt x="5003203" y="1813156"/>
                  </a:lnTo>
                  <a:lnTo>
                    <a:pt x="4956455" y="1824779"/>
                  </a:lnTo>
                  <a:lnTo>
                    <a:pt x="4907277" y="1828798"/>
                  </a:lnTo>
                  <a:close/>
                </a:path>
              </a:pathLst>
            </a:custGeom>
            <a:solidFill>
              <a:srgbClr val="F4F7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681034" y="3853372"/>
              <a:ext cx="5222240" cy="1838960"/>
            </a:xfrm>
            <a:custGeom>
              <a:avLst/>
              <a:gdLst/>
              <a:ahLst/>
              <a:cxnLst/>
              <a:rect l="l" t="t" r="r" b="b"/>
              <a:pathLst>
                <a:path w="5222240" h="1838960">
                  <a:moveTo>
                    <a:pt x="309625" y="1838450"/>
                  </a:moveTo>
                  <a:lnTo>
                    <a:pt x="264496" y="1835066"/>
                  </a:lnTo>
                  <a:lnTo>
                    <a:pt x="264240" y="1835066"/>
                  </a:lnTo>
                  <a:lnTo>
                    <a:pt x="220802" y="1825243"/>
                  </a:lnTo>
                  <a:lnTo>
                    <a:pt x="179710" y="1809477"/>
                  </a:lnTo>
                  <a:lnTo>
                    <a:pt x="141617" y="1788264"/>
                  </a:lnTo>
                  <a:lnTo>
                    <a:pt x="107008" y="1762097"/>
                  </a:lnTo>
                  <a:lnTo>
                    <a:pt x="76373" y="1731473"/>
                  </a:lnTo>
                  <a:lnTo>
                    <a:pt x="50203" y="1696887"/>
                  </a:lnTo>
                  <a:lnTo>
                    <a:pt x="28990" y="1658834"/>
                  </a:lnTo>
                  <a:lnTo>
                    <a:pt x="13227" y="1617809"/>
                  </a:lnTo>
                  <a:lnTo>
                    <a:pt x="3403" y="1574307"/>
                  </a:lnTo>
                  <a:lnTo>
                    <a:pt x="9" y="1528824"/>
                  </a:lnTo>
                  <a:lnTo>
                    <a:pt x="0" y="309498"/>
                  </a:lnTo>
                  <a:lnTo>
                    <a:pt x="3381" y="264113"/>
                  </a:lnTo>
                  <a:lnTo>
                    <a:pt x="13196" y="220594"/>
                  </a:lnTo>
                  <a:lnTo>
                    <a:pt x="28951" y="179560"/>
                  </a:lnTo>
                  <a:lnTo>
                    <a:pt x="50154" y="141506"/>
                  </a:lnTo>
                  <a:lnTo>
                    <a:pt x="76309" y="106924"/>
                  </a:lnTo>
                  <a:lnTo>
                    <a:pt x="106924" y="76309"/>
                  </a:lnTo>
                  <a:lnTo>
                    <a:pt x="141506" y="50154"/>
                  </a:lnTo>
                  <a:lnTo>
                    <a:pt x="179560" y="28951"/>
                  </a:lnTo>
                  <a:lnTo>
                    <a:pt x="220594" y="13196"/>
                  </a:lnTo>
                  <a:lnTo>
                    <a:pt x="264114" y="3381"/>
                  </a:lnTo>
                  <a:lnTo>
                    <a:pt x="309625" y="0"/>
                  </a:lnTo>
                  <a:lnTo>
                    <a:pt x="309625" y="4698"/>
                  </a:lnTo>
                  <a:lnTo>
                    <a:pt x="4963425" y="4698"/>
                  </a:lnTo>
                  <a:lnTo>
                    <a:pt x="4984251" y="9397"/>
                  </a:lnTo>
                  <a:lnTo>
                    <a:pt x="309625" y="9397"/>
                  </a:lnTo>
                  <a:lnTo>
                    <a:pt x="261644" y="13356"/>
                  </a:lnTo>
                  <a:lnTo>
                    <a:pt x="261365" y="13356"/>
                  </a:lnTo>
                  <a:lnTo>
                    <a:pt x="215212" y="24869"/>
                  </a:lnTo>
                  <a:lnTo>
                    <a:pt x="172219" y="43195"/>
                  </a:lnTo>
                  <a:lnTo>
                    <a:pt x="132886" y="67730"/>
                  </a:lnTo>
                  <a:lnTo>
                    <a:pt x="97853" y="97837"/>
                  </a:lnTo>
                  <a:lnTo>
                    <a:pt x="67758" y="132878"/>
                  </a:lnTo>
                  <a:lnTo>
                    <a:pt x="43238" y="172215"/>
                  </a:lnTo>
                  <a:lnTo>
                    <a:pt x="24934" y="215210"/>
                  </a:lnTo>
                  <a:lnTo>
                    <a:pt x="13515" y="261099"/>
                  </a:lnTo>
                  <a:lnTo>
                    <a:pt x="9525" y="309498"/>
                  </a:lnTo>
                  <a:lnTo>
                    <a:pt x="9535" y="1528824"/>
                  </a:lnTo>
                  <a:lnTo>
                    <a:pt x="13483" y="1577096"/>
                  </a:lnTo>
                  <a:lnTo>
                    <a:pt x="24934" y="1623111"/>
                  </a:lnTo>
                  <a:lnTo>
                    <a:pt x="43238" y="1666104"/>
                  </a:lnTo>
                  <a:lnTo>
                    <a:pt x="67758" y="1705436"/>
                  </a:lnTo>
                  <a:lnTo>
                    <a:pt x="97853" y="1740469"/>
                  </a:lnTo>
                  <a:lnTo>
                    <a:pt x="132886" y="1770565"/>
                  </a:lnTo>
                  <a:lnTo>
                    <a:pt x="172219" y="1795084"/>
                  </a:lnTo>
                  <a:lnTo>
                    <a:pt x="215212" y="1813388"/>
                  </a:lnTo>
                  <a:lnTo>
                    <a:pt x="261227" y="1824839"/>
                  </a:lnTo>
                  <a:lnTo>
                    <a:pt x="309625" y="1828798"/>
                  </a:lnTo>
                  <a:lnTo>
                    <a:pt x="4985383" y="1828798"/>
                  </a:lnTo>
                  <a:lnTo>
                    <a:pt x="4963439" y="1833751"/>
                  </a:lnTo>
                  <a:lnTo>
                    <a:pt x="309625" y="1833751"/>
                  </a:lnTo>
                  <a:lnTo>
                    <a:pt x="309625" y="1838450"/>
                  </a:lnTo>
                  <a:close/>
                </a:path>
                <a:path w="5222240" h="1838960">
                  <a:moveTo>
                    <a:pt x="4912103" y="4698"/>
                  </a:moveTo>
                  <a:lnTo>
                    <a:pt x="309625" y="4698"/>
                  </a:lnTo>
                  <a:lnTo>
                    <a:pt x="309625" y="0"/>
                  </a:lnTo>
                  <a:lnTo>
                    <a:pt x="4912103" y="0"/>
                  </a:lnTo>
                  <a:lnTo>
                    <a:pt x="4912103" y="4698"/>
                  </a:lnTo>
                  <a:close/>
                </a:path>
                <a:path w="5222240" h="1838960">
                  <a:moveTo>
                    <a:pt x="4963425" y="4698"/>
                  </a:moveTo>
                  <a:lnTo>
                    <a:pt x="4912103" y="4698"/>
                  </a:lnTo>
                  <a:lnTo>
                    <a:pt x="4912103" y="0"/>
                  </a:lnTo>
                  <a:lnTo>
                    <a:pt x="4957586" y="3381"/>
                  </a:lnTo>
                  <a:lnTo>
                    <a:pt x="4963425" y="4698"/>
                  </a:lnTo>
                  <a:close/>
                </a:path>
                <a:path w="5222240" h="1838960">
                  <a:moveTo>
                    <a:pt x="4985383" y="1828798"/>
                  </a:moveTo>
                  <a:lnTo>
                    <a:pt x="4912103" y="1828798"/>
                  </a:lnTo>
                  <a:lnTo>
                    <a:pt x="4960502" y="1824839"/>
                  </a:lnTo>
                  <a:lnTo>
                    <a:pt x="5006517" y="1813388"/>
                  </a:lnTo>
                  <a:lnTo>
                    <a:pt x="5049510" y="1795084"/>
                  </a:lnTo>
                  <a:lnTo>
                    <a:pt x="5088842" y="1770565"/>
                  </a:lnTo>
                  <a:lnTo>
                    <a:pt x="5123875" y="1740469"/>
                  </a:lnTo>
                  <a:lnTo>
                    <a:pt x="5153971" y="1705436"/>
                  </a:lnTo>
                  <a:lnTo>
                    <a:pt x="5178490" y="1666104"/>
                  </a:lnTo>
                  <a:lnTo>
                    <a:pt x="5196794" y="1623111"/>
                  </a:lnTo>
                  <a:lnTo>
                    <a:pt x="5208245" y="1577096"/>
                  </a:lnTo>
                  <a:lnTo>
                    <a:pt x="5212193" y="1528824"/>
                  </a:lnTo>
                  <a:lnTo>
                    <a:pt x="5212204" y="309498"/>
                  </a:lnTo>
                  <a:lnTo>
                    <a:pt x="5208255" y="261226"/>
                  </a:lnTo>
                  <a:lnTo>
                    <a:pt x="5196825" y="215210"/>
                  </a:lnTo>
                  <a:lnTo>
                    <a:pt x="5178542" y="172215"/>
                  </a:lnTo>
                  <a:lnTo>
                    <a:pt x="5154045" y="132878"/>
                  </a:lnTo>
                  <a:lnTo>
                    <a:pt x="5123971" y="97837"/>
                  </a:lnTo>
                  <a:lnTo>
                    <a:pt x="5088958" y="67730"/>
                  </a:lnTo>
                  <a:lnTo>
                    <a:pt x="5049644" y="43195"/>
                  </a:lnTo>
                  <a:lnTo>
                    <a:pt x="5006662" y="24869"/>
                  </a:lnTo>
                  <a:lnTo>
                    <a:pt x="4960502" y="13356"/>
                  </a:lnTo>
                  <a:lnTo>
                    <a:pt x="4912103" y="9397"/>
                  </a:lnTo>
                  <a:lnTo>
                    <a:pt x="4984251" y="9397"/>
                  </a:lnTo>
                  <a:lnTo>
                    <a:pt x="5042113" y="28951"/>
                  </a:lnTo>
                  <a:lnTo>
                    <a:pt x="5080166" y="50154"/>
                  </a:lnTo>
                  <a:lnTo>
                    <a:pt x="5114752" y="76309"/>
                  </a:lnTo>
                  <a:lnTo>
                    <a:pt x="5145376" y="106924"/>
                  </a:lnTo>
                  <a:lnTo>
                    <a:pt x="5171542" y="141506"/>
                  </a:lnTo>
                  <a:lnTo>
                    <a:pt x="5192756" y="179560"/>
                  </a:lnTo>
                  <a:lnTo>
                    <a:pt x="5208522" y="220594"/>
                  </a:lnTo>
                  <a:lnTo>
                    <a:pt x="5218344" y="264113"/>
                  </a:lnTo>
                  <a:lnTo>
                    <a:pt x="5221719" y="309498"/>
                  </a:lnTo>
                  <a:lnTo>
                    <a:pt x="5221729" y="1528824"/>
                  </a:lnTo>
                  <a:lnTo>
                    <a:pt x="5218347" y="1574307"/>
                  </a:lnTo>
                  <a:lnTo>
                    <a:pt x="5208532" y="1617809"/>
                  </a:lnTo>
                  <a:lnTo>
                    <a:pt x="5192777" y="1658834"/>
                  </a:lnTo>
                  <a:lnTo>
                    <a:pt x="5171574" y="1696887"/>
                  </a:lnTo>
                  <a:lnTo>
                    <a:pt x="5145419" y="1731473"/>
                  </a:lnTo>
                  <a:lnTo>
                    <a:pt x="5114804" y="1762097"/>
                  </a:lnTo>
                  <a:lnTo>
                    <a:pt x="5080222" y="1788264"/>
                  </a:lnTo>
                  <a:lnTo>
                    <a:pt x="5042168" y="1809477"/>
                  </a:lnTo>
                  <a:lnTo>
                    <a:pt x="5001134" y="1825243"/>
                  </a:lnTo>
                  <a:lnTo>
                    <a:pt x="4985383" y="1828798"/>
                  </a:lnTo>
                  <a:close/>
                </a:path>
                <a:path w="5222240" h="1838960">
                  <a:moveTo>
                    <a:pt x="4912103" y="1838450"/>
                  </a:moveTo>
                  <a:lnTo>
                    <a:pt x="309625" y="1838450"/>
                  </a:lnTo>
                  <a:lnTo>
                    <a:pt x="309625" y="1833751"/>
                  </a:lnTo>
                  <a:lnTo>
                    <a:pt x="4912103" y="1833751"/>
                  </a:lnTo>
                  <a:lnTo>
                    <a:pt x="4912103" y="1838450"/>
                  </a:lnTo>
                  <a:close/>
                </a:path>
                <a:path w="5222240" h="1838960">
                  <a:moveTo>
                    <a:pt x="4912103" y="1838450"/>
                  </a:moveTo>
                  <a:lnTo>
                    <a:pt x="4912103" y="1833751"/>
                  </a:lnTo>
                  <a:lnTo>
                    <a:pt x="4963439" y="1833751"/>
                  </a:lnTo>
                  <a:lnTo>
                    <a:pt x="4957615" y="1835066"/>
                  </a:lnTo>
                  <a:lnTo>
                    <a:pt x="4912103" y="1838450"/>
                  </a:lnTo>
                  <a:close/>
                </a:path>
              </a:pathLst>
            </a:custGeom>
            <a:solidFill>
              <a:srgbClr val="DBE3E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685860" y="5686870"/>
              <a:ext cx="73660" cy="23495"/>
            </a:xfrm>
            <a:custGeom>
              <a:avLst/>
              <a:gdLst/>
              <a:ahLst/>
              <a:cxnLst/>
              <a:rect l="l" t="t" r="r" b="b"/>
              <a:pathLst>
                <a:path w="73659" h="23495">
                  <a:moveTo>
                    <a:pt x="0" y="23114"/>
                  </a:moveTo>
                  <a:lnTo>
                    <a:pt x="73151" y="23114"/>
                  </a:lnTo>
                  <a:lnTo>
                    <a:pt x="73151" y="0"/>
                  </a:lnTo>
                  <a:lnTo>
                    <a:pt x="0" y="0"/>
                  </a:lnTo>
                  <a:lnTo>
                    <a:pt x="0" y="23114"/>
                  </a:lnTo>
                  <a:close/>
                </a:path>
              </a:pathLst>
            </a:custGeom>
            <a:solidFill>
              <a:srgbClr val="000000">
                <a:alpha val="348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685860" y="3858071"/>
              <a:ext cx="73660" cy="1828800"/>
            </a:xfrm>
            <a:custGeom>
              <a:avLst/>
              <a:gdLst/>
              <a:ahLst/>
              <a:cxnLst/>
              <a:rect l="l" t="t" r="r" b="b"/>
              <a:pathLst>
                <a:path w="73659" h="1828800">
                  <a:moveTo>
                    <a:pt x="73151" y="1828798"/>
                  </a:moveTo>
                  <a:lnTo>
                    <a:pt x="0" y="1828798"/>
                  </a:lnTo>
                  <a:lnTo>
                    <a:pt x="0" y="0"/>
                  </a:lnTo>
                  <a:lnTo>
                    <a:pt x="73151" y="0"/>
                  </a:lnTo>
                  <a:lnTo>
                    <a:pt x="73151" y="1828798"/>
                  </a:lnTo>
                  <a:close/>
                </a:path>
              </a:pathLst>
            </a:custGeom>
            <a:solidFill>
              <a:srgbClr val="0E61F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974851" y="4151543"/>
            <a:ext cx="2789555" cy="1422400"/>
          </a:xfrm>
          <a:prstGeom prst="rect">
            <a:avLst/>
          </a:prstGeom>
        </p:spPr>
        <p:txBody>
          <a:bodyPr wrap="square" lIns="0" tIns="45719" rIns="0" bIns="0" rtlCol="0" vert="horz">
            <a:spAutoFit/>
          </a:bodyPr>
          <a:lstStyle/>
          <a:p>
            <a:pPr marL="12700" marR="706120">
              <a:lnSpc>
                <a:spcPts val="1800"/>
              </a:lnSpc>
              <a:spcBef>
                <a:spcPts val="359"/>
              </a:spcBef>
            </a:pPr>
            <a:r>
              <a:rPr dirty="0" sz="1700" b="1" i="1">
                <a:solidFill>
                  <a:srgbClr val="092649"/>
                </a:solidFill>
                <a:latin typeface="Arial"/>
                <a:cs typeface="Arial"/>
              </a:rPr>
              <a:t>Repository</a:t>
            </a:r>
            <a:r>
              <a:rPr dirty="0" sz="1700" spc="-85" b="1" i="1">
                <a:solidFill>
                  <a:srgbClr val="092649"/>
                </a:solidFill>
                <a:latin typeface="Arial"/>
                <a:cs typeface="Arial"/>
              </a:rPr>
              <a:t> </a:t>
            </a:r>
            <a:r>
              <a:rPr dirty="0" sz="1700" spc="-10" b="1" i="1">
                <a:solidFill>
                  <a:srgbClr val="092649"/>
                </a:solidFill>
                <a:latin typeface="Arial"/>
                <a:cs typeface="Arial"/>
              </a:rPr>
              <a:t>Includes </a:t>
            </a:r>
            <a:r>
              <a:rPr dirty="0" sz="1500">
                <a:solidFill>
                  <a:srgbClr val="161D29"/>
                </a:solidFill>
                <a:latin typeface="Arial MT"/>
                <a:cs typeface="Arial MT"/>
              </a:rPr>
              <a:t>Frontend</a:t>
            </a:r>
            <a:r>
              <a:rPr dirty="0" sz="1500" spc="-55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500">
                <a:solidFill>
                  <a:srgbClr val="161D29"/>
                </a:solidFill>
                <a:latin typeface="Arial MT"/>
                <a:cs typeface="Arial MT"/>
              </a:rPr>
              <a:t>source</a:t>
            </a:r>
            <a:r>
              <a:rPr dirty="0" sz="1500" spc="-55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500" spc="-20">
                <a:solidFill>
                  <a:srgbClr val="161D29"/>
                </a:solidFill>
                <a:latin typeface="Arial MT"/>
                <a:cs typeface="Arial MT"/>
              </a:rPr>
              <a:t>code </a:t>
            </a:r>
            <a:r>
              <a:rPr dirty="0" sz="1500">
                <a:solidFill>
                  <a:srgbClr val="161D29"/>
                </a:solidFill>
                <a:latin typeface="Arial MT"/>
                <a:cs typeface="Arial MT"/>
              </a:rPr>
              <a:t>FastAPI </a:t>
            </a:r>
            <a:r>
              <a:rPr dirty="0" sz="1500" spc="-10">
                <a:solidFill>
                  <a:srgbClr val="161D29"/>
                </a:solidFill>
                <a:latin typeface="Arial MT"/>
                <a:cs typeface="Arial MT"/>
              </a:rPr>
              <a:t>backend </a:t>
            </a:r>
            <a:r>
              <a:rPr dirty="0" sz="1500">
                <a:solidFill>
                  <a:srgbClr val="161D29"/>
                </a:solidFill>
                <a:latin typeface="Arial MT"/>
                <a:cs typeface="Arial MT"/>
              </a:rPr>
              <a:t>Database</a:t>
            </a:r>
            <a:r>
              <a:rPr dirty="0" sz="1500" spc="-65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500" spc="-10">
                <a:solidFill>
                  <a:srgbClr val="161D29"/>
                </a:solidFill>
                <a:latin typeface="Arial MT"/>
                <a:cs typeface="Arial MT"/>
              </a:rPr>
              <a:t>migrations</a:t>
            </a:r>
            <a:endParaRPr sz="1500">
              <a:latin typeface="Arial MT"/>
              <a:cs typeface="Arial MT"/>
            </a:endParaRPr>
          </a:p>
          <a:p>
            <a:pPr marL="12700" marR="5080">
              <a:lnSpc>
                <a:spcPts val="1800"/>
              </a:lnSpc>
            </a:pPr>
            <a:r>
              <a:rPr dirty="0" sz="1500">
                <a:solidFill>
                  <a:srgbClr val="161D29"/>
                </a:solidFill>
                <a:latin typeface="Arial MT"/>
                <a:cs typeface="Arial MT"/>
              </a:rPr>
              <a:t>API</a:t>
            </a:r>
            <a:r>
              <a:rPr dirty="0" sz="1500" spc="-30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500">
                <a:solidFill>
                  <a:srgbClr val="161D29"/>
                </a:solidFill>
                <a:latin typeface="Arial MT"/>
                <a:cs typeface="Arial MT"/>
              </a:rPr>
              <a:t>reference</a:t>
            </a:r>
            <a:r>
              <a:rPr dirty="0" sz="1500" spc="-30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500">
                <a:solidFill>
                  <a:srgbClr val="161D29"/>
                </a:solidFill>
                <a:latin typeface="Arial MT"/>
                <a:cs typeface="Arial MT"/>
              </a:rPr>
              <a:t>and</a:t>
            </a:r>
            <a:r>
              <a:rPr dirty="0" sz="1500" spc="-30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500" spc="-10">
                <a:solidFill>
                  <a:srgbClr val="161D29"/>
                </a:solidFill>
                <a:latin typeface="Arial MT"/>
                <a:cs typeface="Arial MT"/>
              </a:rPr>
              <a:t>README </a:t>
            </a:r>
            <a:r>
              <a:rPr dirty="0" sz="1500">
                <a:solidFill>
                  <a:srgbClr val="161D29"/>
                </a:solidFill>
                <a:latin typeface="Arial MT"/>
                <a:cs typeface="Arial MT"/>
              </a:rPr>
              <a:t>Environment</a:t>
            </a:r>
            <a:r>
              <a:rPr dirty="0" sz="1500" spc="-60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500">
                <a:solidFill>
                  <a:srgbClr val="161D29"/>
                </a:solidFill>
                <a:latin typeface="Arial MT"/>
                <a:cs typeface="Arial MT"/>
              </a:rPr>
              <a:t>examples</a:t>
            </a:r>
            <a:r>
              <a:rPr dirty="0" sz="1500" spc="-60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500">
                <a:solidFill>
                  <a:srgbClr val="161D29"/>
                </a:solidFill>
                <a:latin typeface="Arial MT"/>
                <a:cs typeface="Arial MT"/>
              </a:rPr>
              <a:t>and</a:t>
            </a:r>
            <a:r>
              <a:rPr dirty="0" sz="1500" spc="-55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500" spc="-10">
                <a:solidFill>
                  <a:srgbClr val="161D29"/>
                </a:solidFill>
                <a:latin typeface="Arial MT"/>
                <a:cs typeface="Arial MT"/>
              </a:rPr>
              <a:t>tests</a:t>
            </a:r>
            <a:endParaRPr sz="1500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213154" y="3853372"/>
            <a:ext cx="5222240" cy="1861820"/>
            <a:chOff x="6213154" y="3853372"/>
            <a:chExt cx="5222240" cy="1861820"/>
          </a:xfrm>
        </p:grpSpPr>
        <p:sp>
          <p:nvSpPr>
            <p:cNvPr id="12" name="object 12"/>
            <p:cNvSpPr/>
            <p:nvPr/>
          </p:nvSpPr>
          <p:spPr>
            <a:xfrm>
              <a:off x="6213154" y="3876359"/>
              <a:ext cx="5222240" cy="1838960"/>
            </a:xfrm>
            <a:custGeom>
              <a:avLst/>
              <a:gdLst/>
              <a:ahLst/>
              <a:cxnLst/>
              <a:rect l="l" t="t" r="r" b="b"/>
              <a:pathLst>
                <a:path w="5222240" h="1838960">
                  <a:moveTo>
                    <a:pt x="4915277" y="1838450"/>
                  </a:moveTo>
                  <a:lnTo>
                    <a:pt x="306450" y="1838450"/>
                  </a:lnTo>
                  <a:lnTo>
                    <a:pt x="257133" y="1834406"/>
                  </a:lnTo>
                  <a:lnTo>
                    <a:pt x="210206" y="1822709"/>
                  </a:lnTo>
                  <a:lnTo>
                    <a:pt x="166235" y="1804012"/>
                  </a:lnTo>
                  <a:lnTo>
                    <a:pt x="126028" y="1778969"/>
                  </a:lnTo>
                  <a:lnTo>
                    <a:pt x="90225" y="1748232"/>
                  </a:lnTo>
                  <a:lnTo>
                    <a:pt x="59475" y="1712455"/>
                  </a:lnTo>
                  <a:lnTo>
                    <a:pt x="34428" y="1672290"/>
                  </a:lnTo>
                  <a:lnTo>
                    <a:pt x="15733" y="1628390"/>
                  </a:lnTo>
                  <a:lnTo>
                    <a:pt x="4041" y="1581409"/>
                  </a:lnTo>
                  <a:lnTo>
                    <a:pt x="0" y="1531999"/>
                  </a:lnTo>
                  <a:lnTo>
                    <a:pt x="0" y="306450"/>
                  </a:lnTo>
                  <a:lnTo>
                    <a:pt x="4040" y="257010"/>
                  </a:lnTo>
                  <a:lnTo>
                    <a:pt x="15728" y="210011"/>
                  </a:lnTo>
                  <a:lnTo>
                    <a:pt x="34413" y="166104"/>
                  </a:lnTo>
                  <a:lnTo>
                    <a:pt x="59444" y="125940"/>
                  </a:lnTo>
                  <a:lnTo>
                    <a:pt x="90169" y="90169"/>
                  </a:lnTo>
                  <a:lnTo>
                    <a:pt x="125940" y="59444"/>
                  </a:lnTo>
                  <a:lnTo>
                    <a:pt x="166104" y="34413"/>
                  </a:lnTo>
                  <a:lnTo>
                    <a:pt x="210011" y="15728"/>
                  </a:lnTo>
                  <a:lnTo>
                    <a:pt x="257010" y="4040"/>
                  </a:lnTo>
                  <a:lnTo>
                    <a:pt x="306450" y="0"/>
                  </a:lnTo>
                  <a:lnTo>
                    <a:pt x="4915277" y="0"/>
                  </a:lnTo>
                  <a:lnTo>
                    <a:pt x="4964687" y="4040"/>
                  </a:lnTo>
                  <a:lnTo>
                    <a:pt x="5011668" y="15728"/>
                  </a:lnTo>
                  <a:lnTo>
                    <a:pt x="5055568" y="34413"/>
                  </a:lnTo>
                  <a:lnTo>
                    <a:pt x="5095733" y="59444"/>
                  </a:lnTo>
                  <a:lnTo>
                    <a:pt x="5131510" y="90169"/>
                  </a:lnTo>
                  <a:lnTo>
                    <a:pt x="5162247" y="125940"/>
                  </a:lnTo>
                  <a:lnTo>
                    <a:pt x="5187291" y="166104"/>
                  </a:lnTo>
                  <a:lnTo>
                    <a:pt x="5205987" y="210011"/>
                  </a:lnTo>
                  <a:lnTo>
                    <a:pt x="5217684" y="257010"/>
                  </a:lnTo>
                  <a:lnTo>
                    <a:pt x="5221728" y="306450"/>
                  </a:lnTo>
                  <a:lnTo>
                    <a:pt x="5221728" y="1531999"/>
                  </a:lnTo>
                  <a:lnTo>
                    <a:pt x="5217688" y="1581409"/>
                  </a:lnTo>
                  <a:lnTo>
                    <a:pt x="5206000" y="1628390"/>
                  </a:lnTo>
                  <a:lnTo>
                    <a:pt x="5187315" y="1672290"/>
                  </a:lnTo>
                  <a:lnTo>
                    <a:pt x="5162284" y="1712455"/>
                  </a:lnTo>
                  <a:lnTo>
                    <a:pt x="5131558" y="1748232"/>
                  </a:lnTo>
                  <a:lnTo>
                    <a:pt x="5095788" y="1778969"/>
                  </a:lnTo>
                  <a:lnTo>
                    <a:pt x="5055624" y="1804012"/>
                  </a:lnTo>
                  <a:lnTo>
                    <a:pt x="5011717" y="1822709"/>
                  </a:lnTo>
                  <a:lnTo>
                    <a:pt x="4964718" y="1834406"/>
                  </a:lnTo>
                  <a:lnTo>
                    <a:pt x="4915277" y="1838450"/>
                  </a:lnTo>
                  <a:close/>
                </a:path>
              </a:pathLst>
            </a:custGeom>
            <a:solidFill>
              <a:srgbClr val="000000">
                <a:alpha val="348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6217980" y="3858198"/>
              <a:ext cx="5212080" cy="1828800"/>
            </a:xfrm>
            <a:custGeom>
              <a:avLst/>
              <a:gdLst/>
              <a:ahLst/>
              <a:cxnLst/>
              <a:rect l="l" t="t" r="r" b="b"/>
              <a:pathLst>
                <a:path w="5212080" h="1828800">
                  <a:moveTo>
                    <a:pt x="4907276" y="1828798"/>
                  </a:moveTo>
                  <a:lnTo>
                    <a:pt x="304799" y="1828798"/>
                  </a:lnTo>
                  <a:lnTo>
                    <a:pt x="255621" y="1824779"/>
                  </a:lnTo>
                  <a:lnTo>
                    <a:pt x="208873" y="1813156"/>
                  </a:lnTo>
                  <a:lnTo>
                    <a:pt x="165201" y="1794573"/>
                  </a:lnTo>
                  <a:lnTo>
                    <a:pt x="125254" y="1769679"/>
                  </a:lnTo>
                  <a:lnTo>
                    <a:pt x="89677" y="1739120"/>
                  </a:lnTo>
                  <a:lnTo>
                    <a:pt x="59119" y="1703543"/>
                  </a:lnTo>
                  <a:lnTo>
                    <a:pt x="34224" y="1663596"/>
                  </a:lnTo>
                  <a:lnTo>
                    <a:pt x="15642" y="1619925"/>
                  </a:lnTo>
                  <a:lnTo>
                    <a:pt x="4018" y="1573177"/>
                  </a:lnTo>
                  <a:lnTo>
                    <a:pt x="0" y="1523998"/>
                  </a:lnTo>
                  <a:lnTo>
                    <a:pt x="0" y="304799"/>
                  </a:lnTo>
                  <a:lnTo>
                    <a:pt x="4018" y="255621"/>
                  </a:lnTo>
                  <a:lnTo>
                    <a:pt x="15642" y="208873"/>
                  </a:lnTo>
                  <a:lnTo>
                    <a:pt x="34224" y="165201"/>
                  </a:lnTo>
                  <a:lnTo>
                    <a:pt x="59119" y="125254"/>
                  </a:lnTo>
                  <a:lnTo>
                    <a:pt x="89677" y="89677"/>
                  </a:lnTo>
                  <a:lnTo>
                    <a:pt x="125254" y="59119"/>
                  </a:lnTo>
                  <a:lnTo>
                    <a:pt x="165201" y="34224"/>
                  </a:lnTo>
                  <a:lnTo>
                    <a:pt x="208873" y="15642"/>
                  </a:lnTo>
                  <a:lnTo>
                    <a:pt x="255621" y="4018"/>
                  </a:lnTo>
                  <a:lnTo>
                    <a:pt x="304799" y="0"/>
                  </a:lnTo>
                  <a:lnTo>
                    <a:pt x="4907276" y="0"/>
                  </a:lnTo>
                  <a:lnTo>
                    <a:pt x="4956455" y="4018"/>
                  </a:lnTo>
                  <a:lnTo>
                    <a:pt x="5003203" y="15642"/>
                  </a:lnTo>
                  <a:lnTo>
                    <a:pt x="5046874" y="34224"/>
                  </a:lnTo>
                  <a:lnTo>
                    <a:pt x="5086821" y="59119"/>
                  </a:lnTo>
                  <a:lnTo>
                    <a:pt x="5122398" y="89677"/>
                  </a:lnTo>
                  <a:lnTo>
                    <a:pt x="5152957" y="125254"/>
                  </a:lnTo>
                  <a:lnTo>
                    <a:pt x="5177851" y="165201"/>
                  </a:lnTo>
                  <a:lnTo>
                    <a:pt x="5196433" y="208873"/>
                  </a:lnTo>
                  <a:lnTo>
                    <a:pt x="5208057" y="255621"/>
                  </a:lnTo>
                  <a:lnTo>
                    <a:pt x="5212076" y="304799"/>
                  </a:lnTo>
                  <a:lnTo>
                    <a:pt x="5212076" y="1523998"/>
                  </a:lnTo>
                  <a:lnTo>
                    <a:pt x="5208057" y="1573177"/>
                  </a:lnTo>
                  <a:lnTo>
                    <a:pt x="5196433" y="1619925"/>
                  </a:lnTo>
                  <a:lnTo>
                    <a:pt x="5177851" y="1663596"/>
                  </a:lnTo>
                  <a:lnTo>
                    <a:pt x="5152957" y="1703543"/>
                  </a:lnTo>
                  <a:lnTo>
                    <a:pt x="5122398" y="1739120"/>
                  </a:lnTo>
                  <a:lnTo>
                    <a:pt x="5086821" y="1769679"/>
                  </a:lnTo>
                  <a:lnTo>
                    <a:pt x="5046874" y="1794573"/>
                  </a:lnTo>
                  <a:lnTo>
                    <a:pt x="5003203" y="1813156"/>
                  </a:lnTo>
                  <a:lnTo>
                    <a:pt x="4956455" y="1824779"/>
                  </a:lnTo>
                  <a:lnTo>
                    <a:pt x="4907276" y="1828798"/>
                  </a:lnTo>
                  <a:close/>
                </a:path>
              </a:pathLst>
            </a:custGeom>
            <a:solidFill>
              <a:srgbClr val="F4F7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6213154" y="3853372"/>
              <a:ext cx="5222240" cy="1838960"/>
            </a:xfrm>
            <a:custGeom>
              <a:avLst/>
              <a:gdLst/>
              <a:ahLst/>
              <a:cxnLst/>
              <a:rect l="l" t="t" r="r" b="b"/>
              <a:pathLst>
                <a:path w="5222239" h="1838960">
                  <a:moveTo>
                    <a:pt x="309625" y="1838450"/>
                  </a:moveTo>
                  <a:lnTo>
                    <a:pt x="264496" y="1835066"/>
                  </a:lnTo>
                  <a:lnTo>
                    <a:pt x="264240" y="1835066"/>
                  </a:lnTo>
                  <a:lnTo>
                    <a:pt x="220802" y="1825243"/>
                  </a:lnTo>
                  <a:lnTo>
                    <a:pt x="179710" y="1809477"/>
                  </a:lnTo>
                  <a:lnTo>
                    <a:pt x="141617" y="1788264"/>
                  </a:lnTo>
                  <a:lnTo>
                    <a:pt x="107008" y="1762097"/>
                  </a:lnTo>
                  <a:lnTo>
                    <a:pt x="76373" y="1731473"/>
                  </a:lnTo>
                  <a:lnTo>
                    <a:pt x="50203" y="1696887"/>
                  </a:lnTo>
                  <a:lnTo>
                    <a:pt x="28990" y="1658834"/>
                  </a:lnTo>
                  <a:lnTo>
                    <a:pt x="13227" y="1617809"/>
                  </a:lnTo>
                  <a:lnTo>
                    <a:pt x="3403" y="1574307"/>
                  </a:lnTo>
                  <a:lnTo>
                    <a:pt x="9" y="1528824"/>
                  </a:lnTo>
                  <a:lnTo>
                    <a:pt x="0" y="309498"/>
                  </a:lnTo>
                  <a:lnTo>
                    <a:pt x="3381" y="264113"/>
                  </a:lnTo>
                  <a:lnTo>
                    <a:pt x="13196" y="220594"/>
                  </a:lnTo>
                  <a:lnTo>
                    <a:pt x="28951" y="179560"/>
                  </a:lnTo>
                  <a:lnTo>
                    <a:pt x="50154" y="141506"/>
                  </a:lnTo>
                  <a:lnTo>
                    <a:pt x="76309" y="106924"/>
                  </a:lnTo>
                  <a:lnTo>
                    <a:pt x="106924" y="76309"/>
                  </a:lnTo>
                  <a:lnTo>
                    <a:pt x="141506" y="50154"/>
                  </a:lnTo>
                  <a:lnTo>
                    <a:pt x="179560" y="28951"/>
                  </a:lnTo>
                  <a:lnTo>
                    <a:pt x="220594" y="13196"/>
                  </a:lnTo>
                  <a:lnTo>
                    <a:pt x="264114" y="3381"/>
                  </a:lnTo>
                  <a:lnTo>
                    <a:pt x="309625" y="0"/>
                  </a:lnTo>
                  <a:lnTo>
                    <a:pt x="309625" y="4698"/>
                  </a:lnTo>
                  <a:lnTo>
                    <a:pt x="4963425" y="4698"/>
                  </a:lnTo>
                  <a:lnTo>
                    <a:pt x="4984251" y="9397"/>
                  </a:lnTo>
                  <a:lnTo>
                    <a:pt x="309625" y="9397"/>
                  </a:lnTo>
                  <a:lnTo>
                    <a:pt x="261644" y="13356"/>
                  </a:lnTo>
                  <a:lnTo>
                    <a:pt x="261365" y="13356"/>
                  </a:lnTo>
                  <a:lnTo>
                    <a:pt x="215212" y="24869"/>
                  </a:lnTo>
                  <a:lnTo>
                    <a:pt x="172219" y="43195"/>
                  </a:lnTo>
                  <a:lnTo>
                    <a:pt x="132886" y="67730"/>
                  </a:lnTo>
                  <a:lnTo>
                    <a:pt x="97853" y="97837"/>
                  </a:lnTo>
                  <a:lnTo>
                    <a:pt x="67758" y="132878"/>
                  </a:lnTo>
                  <a:lnTo>
                    <a:pt x="43238" y="172215"/>
                  </a:lnTo>
                  <a:lnTo>
                    <a:pt x="24934" y="215210"/>
                  </a:lnTo>
                  <a:lnTo>
                    <a:pt x="13515" y="261099"/>
                  </a:lnTo>
                  <a:lnTo>
                    <a:pt x="13483" y="261226"/>
                  </a:lnTo>
                  <a:lnTo>
                    <a:pt x="9525" y="309498"/>
                  </a:lnTo>
                  <a:lnTo>
                    <a:pt x="9535" y="1528824"/>
                  </a:lnTo>
                  <a:lnTo>
                    <a:pt x="13483" y="1577096"/>
                  </a:lnTo>
                  <a:lnTo>
                    <a:pt x="24934" y="1623111"/>
                  </a:lnTo>
                  <a:lnTo>
                    <a:pt x="43238" y="1666104"/>
                  </a:lnTo>
                  <a:lnTo>
                    <a:pt x="67758" y="1705436"/>
                  </a:lnTo>
                  <a:lnTo>
                    <a:pt x="97853" y="1740469"/>
                  </a:lnTo>
                  <a:lnTo>
                    <a:pt x="132886" y="1770565"/>
                  </a:lnTo>
                  <a:lnTo>
                    <a:pt x="172219" y="1795084"/>
                  </a:lnTo>
                  <a:lnTo>
                    <a:pt x="215212" y="1813388"/>
                  </a:lnTo>
                  <a:lnTo>
                    <a:pt x="261227" y="1824839"/>
                  </a:lnTo>
                  <a:lnTo>
                    <a:pt x="309625" y="1828798"/>
                  </a:lnTo>
                  <a:lnTo>
                    <a:pt x="4985383" y="1828798"/>
                  </a:lnTo>
                  <a:lnTo>
                    <a:pt x="4963438" y="1833751"/>
                  </a:lnTo>
                  <a:lnTo>
                    <a:pt x="309625" y="1833751"/>
                  </a:lnTo>
                  <a:lnTo>
                    <a:pt x="309625" y="1838450"/>
                  </a:lnTo>
                  <a:close/>
                </a:path>
                <a:path w="5222239" h="1838960">
                  <a:moveTo>
                    <a:pt x="4912102" y="4698"/>
                  </a:moveTo>
                  <a:lnTo>
                    <a:pt x="309625" y="4698"/>
                  </a:lnTo>
                  <a:lnTo>
                    <a:pt x="309625" y="0"/>
                  </a:lnTo>
                  <a:lnTo>
                    <a:pt x="4912102" y="0"/>
                  </a:lnTo>
                  <a:lnTo>
                    <a:pt x="4912102" y="4698"/>
                  </a:lnTo>
                  <a:close/>
                </a:path>
                <a:path w="5222239" h="1838960">
                  <a:moveTo>
                    <a:pt x="4963425" y="4698"/>
                  </a:moveTo>
                  <a:lnTo>
                    <a:pt x="4912102" y="4698"/>
                  </a:lnTo>
                  <a:lnTo>
                    <a:pt x="4912102" y="0"/>
                  </a:lnTo>
                  <a:lnTo>
                    <a:pt x="4957586" y="3381"/>
                  </a:lnTo>
                  <a:lnTo>
                    <a:pt x="4963425" y="4698"/>
                  </a:lnTo>
                  <a:close/>
                </a:path>
                <a:path w="5222239" h="1838960">
                  <a:moveTo>
                    <a:pt x="4985383" y="1828798"/>
                  </a:moveTo>
                  <a:lnTo>
                    <a:pt x="4912102" y="1828798"/>
                  </a:lnTo>
                  <a:lnTo>
                    <a:pt x="4960501" y="1824839"/>
                  </a:lnTo>
                  <a:lnTo>
                    <a:pt x="5006516" y="1813388"/>
                  </a:lnTo>
                  <a:lnTo>
                    <a:pt x="5049509" y="1795084"/>
                  </a:lnTo>
                  <a:lnTo>
                    <a:pt x="5088841" y="1770565"/>
                  </a:lnTo>
                  <a:lnTo>
                    <a:pt x="5123875" y="1740469"/>
                  </a:lnTo>
                  <a:lnTo>
                    <a:pt x="5153970" y="1705436"/>
                  </a:lnTo>
                  <a:lnTo>
                    <a:pt x="5178489" y="1666104"/>
                  </a:lnTo>
                  <a:lnTo>
                    <a:pt x="5196794" y="1623111"/>
                  </a:lnTo>
                  <a:lnTo>
                    <a:pt x="5208244" y="1577096"/>
                  </a:lnTo>
                  <a:lnTo>
                    <a:pt x="5212193" y="1528824"/>
                  </a:lnTo>
                  <a:lnTo>
                    <a:pt x="5212203" y="309498"/>
                  </a:lnTo>
                  <a:lnTo>
                    <a:pt x="5208255" y="261226"/>
                  </a:lnTo>
                  <a:lnTo>
                    <a:pt x="5208244" y="261099"/>
                  </a:lnTo>
                  <a:lnTo>
                    <a:pt x="5196825" y="215210"/>
                  </a:lnTo>
                  <a:lnTo>
                    <a:pt x="5178542" y="172215"/>
                  </a:lnTo>
                  <a:lnTo>
                    <a:pt x="5154044" y="132878"/>
                  </a:lnTo>
                  <a:lnTo>
                    <a:pt x="5123970" y="97837"/>
                  </a:lnTo>
                  <a:lnTo>
                    <a:pt x="5088957" y="67730"/>
                  </a:lnTo>
                  <a:lnTo>
                    <a:pt x="5049643" y="43195"/>
                  </a:lnTo>
                  <a:lnTo>
                    <a:pt x="5006662" y="24869"/>
                  </a:lnTo>
                  <a:lnTo>
                    <a:pt x="4960501" y="13356"/>
                  </a:lnTo>
                  <a:lnTo>
                    <a:pt x="4912102" y="9397"/>
                  </a:lnTo>
                  <a:lnTo>
                    <a:pt x="4984251" y="9397"/>
                  </a:lnTo>
                  <a:lnTo>
                    <a:pt x="5042112" y="28951"/>
                  </a:lnTo>
                  <a:lnTo>
                    <a:pt x="5080166" y="50154"/>
                  </a:lnTo>
                  <a:lnTo>
                    <a:pt x="5114752" y="76309"/>
                  </a:lnTo>
                  <a:lnTo>
                    <a:pt x="5145376" y="106924"/>
                  </a:lnTo>
                  <a:lnTo>
                    <a:pt x="5171542" y="141506"/>
                  </a:lnTo>
                  <a:lnTo>
                    <a:pt x="5192756" y="179560"/>
                  </a:lnTo>
                  <a:lnTo>
                    <a:pt x="5208521" y="220594"/>
                  </a:lnTo>
                  <a:lnTo>
                    <a:pt x="5218344" y="264113"/>
                  </a:lnTo>
                  <a:lnTo>
                    <a:pt x="5221719" y="309498"/>
                  </a:lnTo>
                  <a:lnTo>
                    <a:pt x="5221728" y="1528824"/>
                  </a:lnTo>
                  <a:lnTo>
                    <a:pt x="5218347" y="1574307"/>
                  </a:lnTo>
                  <a:lnTo>
                    <a:pt x="5208532" y="1617809"/>
                  </a:lnTo>
                  <a:lnTo>
                    <a:pt x="5192776" y="1658834"/>
                  </a:lnTo>
                  <a:lnTo>
                    <a:pt x="5171574" y="1696887"/>
                  </a:lnTo>
                  <a:lnTo>
                    <a:pt x="5145418" y="1731473"/>
                  </a:lnTo>
                  <a:lnTo>
                    <a:pt x="5114803" y="1762097"/>
                  </a:lnTo>
                  <a:lnTo>
                    <a:pt x="5080221" y="1788264"/>
                  </a:lnTo>
                  <a:lnTo>
                    <a:pt x="5042167" y="1809477"/>
                  </a:lnTo>
                  <a:lnTo>
                    <a:pt x="5001133" y="1825243"/>
                  </a:lnTo>
                  <a:lnTo>
                    <a:pt x="4985383" y="1828798"/>
                  </a:lnTo>
                  <a:close/>
                </a:path>
                <a:path w="5222239" h="1838960">
                  <a:moveTo>
                    <a:pt x="4912102" y="1838450"/>
                  </a:moveTo>
                  <a:lnTo>
                    <a:pt x="309625" y="1838450"/>
                  </a:lnTo>
                  <a:lnTo>
                    <a:pt x="309625" y="1833751"/>
                  </a:lnTo>
                  <a:lnTo>
                    <a:pt x="4912102" y="1833751"/>
                  </a:lnTo>
                  <a:lnTo>
                    <a:pt x="4912102" y="1838450"/>
                  </a:lnTo>
                  <a:close/>
                </a:path>
                <a:path w="5222239" h="1838960">
                  <a:moveTo>
                    <a:pt x="4912102" y="1838450"/>
                  </a:moveTo>
                  <a:lnTo>
                    <a:pt x="4912102" y="1833751"/>
                  </a:lnTo>
                  <a:lnTo>
                    <a:pt x="4963438" y="1833751"/>
                  </a:lnTo>
                  <a:lnTo>
                    <a:pt x="4957614" y="1835066"/>
                  </a:lnTo>
                  <a:lnTo>
                    <a:pt x="4912102" y="1838450"/>
                  </a:lnTo>
                  <a:close/>
                </a:path>
              </a:pathLst>
            </a:custGeom>
            <a:solidFill>
              <a:srgbClr val="DBE3E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6217980" y="5686870"/>
              <a:ext cx="73660" cy="23495"/>
            </a:xfrm>
            <a:custGeom>
              <a:avLst/>
              <a:gdLst/>
              <a:ahLst/>
              <a:cxnLst/>
              <a:rect l="l" t="t" r="r" b="b"/>
              <a:pathLst>
                <a:path w="73660" h="23495">
                  <a:moveTo>
                    <a:pt x="0" y="23114"/>
                  </a:moveTo>
                  <a:lnTo>
                    <a:pt x="73151" y="23114"/>
                  </a:lnTo>
                  <a:lnTo>
                    <a:pt x="73151" y="0"/>
                  </a:lnTo>
                  <a:lnTo>
                    <a:pt x="0" y="0"/>
                  </a:lnTo>
                  <a:lnTo>
                    <a:pt x="0" y="23114"/>
                  </a:lnTo>
                  <a:close/>
                </a:path>
              </a:pathLst>
            </a:custGeom>
            <a:solidFill>
              <a:srgbClr val="000000">
                <a:alpha val="348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6217980" y="3858071"/>
              <a:ext cx="73660" cy="1828800"/>
            </a:xfrm>
            <a:custGeom>
              <a:avLst/>
              <a:gdLst/>
              <a:ahLst/>
              <a:cxnLst/>
              <a:rect l="l" t="t" r="r" b="b"/>
              <a:pathLst>
                <a:path w="73660" h="1828800">
                  <a:moveTo>
                    <a:pt x="73151" y="1828798"/>
                  </a:moveTo>
                  <a:lnTo>
                    <a:pt x="0" y="1828798"/>
                  </a:lnTo>
                  <a:lnTo>
                    <a:pt x="0" y="0"/>
                  </a:lnTo>
                  <a:lnTo>
                    <a:pt x="73151" y="0"/>
                  </a:lnTo>
                  <a:lnTo>
                    <a:pt x="73151" y="1828798"/>
                  </a:lnTo>
                  <a:close/>
                </a:path>
              </a:pathLst>
            </a:custGeom>
            <a:solidFill>
              <a:srgbClr val="1A905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6506971" y="4151543"/>
            <a:ext cx="3118485" cy="1193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020"/>
              </a:lnSpc>
              <a:spcBef>
                <a:spcPts val="100"/>
              </a:spcBef>
            </a:pPr>
            <a:r>
              <a:rPr dirty="0" sz="1700" b="1" i="1">
                <a:solidFill>
                  <a:srgbClr val="092649"/>
                </a:solidFill>
                <a:latin typeface="Arial"/>
                <a:cs typeface="Arial"/>
              </a:rPr>
              <a:t>Submission</a:t>
            </a:r>
            <a:r>
              <a:rPr dirty="0" sz="1700" spc="-100" b="1" i="1">
                <a:solidFill>
                  <a:srgbClr val="092649"/>
                </a:solidFill>
                <a:latin typeface="Arial"/>
                <a:cs typeface="Arial"/>
              </a:rPr>
              <a:t> </a:t>
            </a:r>
            <a:r>
              <a:rPr dirty="0" sz="1700" spc="-10" b="1" i="1">
                <a:solidFill>
                  <a:srgbClr val="092649"/>
                </a:solidFill>
                <a:latin typeface="Arial"/>
                <a:cs typeface="Arial"/>
              </a:rPr>
              <a:t>Artifacts</a:t>
            </a:r>
            <a:endParaRPr sz="1700">
              <a:latin typeface="Arial"/>
              <a:cs typeface="Arial"/>
            </a:endParaRPr>
          </a:p>
          <a:p>
            <a:pPr marL="12700" marR="1116965">
              <a:lnSpc>
                <a:spcPts val="1800"/>
              </a:lnSpc>
              <a:spcBef>
                <a:spcPts val="40"/>
              </a:spcBef>
            </a:pPr>
            <a:r>
              <a:rPr dirty="0" sz="1500">
                <a:solidFill>
                  <a:srgbClr val="161D29"/>
                </a:solidFill>
                <a:latin typeface="Arial MT"/>
                <a:cs typeface="Arial MT"/>
              </a:rPr>
              <a:t>Project</a:t>
            </a:r>
            <a:r>
              <a:rPr dirty="0" sz="1500" spc="-50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500">
                <a:solidFill>
                  <a:srgbClr val="161D29"/>
                </a:solidFill>
                <a:latin typeface="Arial MT"/>
                <a:cs typeface="Arial MT"/>
              </a:rPr>
              <a:t>source</a:t>
            </a:r>
            <a:r>
              <a:rPr dirty="0" sz="1500" spc="-45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500" spc="-10">
                <a:solidFill>
                  <a:srgbClr val="161D29"/>
                </a:solidFill>
                <a:latin typeface="Arial MT"/>
                <a:cs typeface="Arial MT"/>
              </a:rPr>
              <a:t>files</a:t>
            </a:r>
            <a:r>
              <a:rPr dirty="0" sz="1500" spc="500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500">
                <a:solidFill>
                  <a:srgbClr val="161D29"/>
                </a:solidFill>
                <a:latin typeface="Arial MT"/>
                <a:cs typeface="Arial MT"/>
              </a:rPr>
              <a:t>IBM</a:t>
            </a:r>
            <a:r>
              <a:rPr dirty="0" sz="1500" spc="-25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500">
                <a:solidFill>
                  <a:srgbClr val="161D29"/>
                </a:solidFill>
                <a:latin typeface="Arial MT"/>
                <a:cs typeface="Arial MT"/>
              </a:rPr>
              <a:t>AI</a:t>
            </a:r>
            <a:r>
              <a:rPr dirty="0" sz="1500" spc="-25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500">
                <a:solidFill>
                  <a:srgbClr val="161D29"/>
                </a:solidFill>
                <a:latin typeface="Arial MT"/>
                <a:cs typeface="Arial MT"/>
              </a:rPr>
              <a:t>integration</a:t>
            </a:r>
            <a:r>
              <a:rPr dirty="0" sz="1500" spc="-25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500" spc="-20">
                <a:solidFill>
                  <a:srgbClr val="161D29"/>
                </a:solidFill>
                <a:latin typeface="Arial MT"/>
                <a:cs typeface="Arial MT"/>
              </a:rPr>
              <a:t>code</a:t>
            </a:r>
            <a:endParaRPr sz="1500">
              <a:latin typeface="Arial MT"/>
              <a:cs typeface="Arial MT"/>
            </a:endParaRPr>
          </a:p>
          <a:p>
            <a:pPr marL="12700" marR="5080">
              <a:lnSpc>
                <a:spcPts val="1800"/>
              </a:lnSpc>
            </a:pPr>
            <a:r>
              <a:rPr dirty="0" sz="1500">
                <a:solidFill>
                  <a:srgbClr val="161D29"/>
                </a:solidFill>
                <a:latin typeface="Arial MT"/>
                <a:cs typeface="Arial MT"/>
              </a:rPr>
              <a:t>Presentation</a:t>
            </a:r>
            <a:r>
              <a:rPr dirty="0" sz="1500" spc="-35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500">
                <a:solidFill>
                  <a:srgbClr val="161D29"/>
                </a:solidFill>
                <a:latin typeface="Arial MT"/>
                <a:cs typeface="Arial MT"/>
              </a:rPr>
              <a:t>file</a:t>
            </a:r>
            <a:r>
              <a:rPr dirty="0" sz="1500" spc="-30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500">
                <a:solidFill>
                  <a:srgbClr val="161D29"/>
                </a:solidFill>
                <a:latin typeface="Arial MT"/>
                <a:cs typeface="Arial MT"/>
              </a:rPr>
              <a:t>to</a:t>
            </a:r>
            <a:r>
              <a:rPr dirty="0" sz="1500" spc="-30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500">
                <a:solidFill>
                  <a:srgbClr val="161D29"/>
                </a:solidFill>
                <a:latin typeface="Arial MT"/>
                <a:cs typeface="Arial MT"/>
              </a:rPr>
              <a:t>be</a:t>
            </a:r>
            <a:r>
              <a:rPr dirty="0" sz="1500" spc="-30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500" spc="-10">
                <a:solidFill>
                  <a:srgbClr val="161D29"/>
                </a:solidFill>
                <a:latin typeface="Arial MT"/>
                <a:cs typeface="Arial MT"/>
              </a:rPr>
              <a:t>added </a:t>
            </a:r>
            <a:r>
              <a:rPr dirty="0" sz="1500">
                <a:solidFill>
                  <a:srgbClr val="161D29"/>
                </a:solidFill>
                <a:latin typeface="Arial MT"/>
                <a:cs typeface="Arial MT"/>
              </a:rPr>
              <a:t>Problem</a:t>
            </a:r>
            <a:r>
              <a:rPr dirty="0" sz="1500" spc="-30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500">
                <a:solidFill>
                  <a:srgbClr val="161D29"/>
                </a:solidFill>
                <a:latin typeface="Arial MT"/>
                <a:cs typeface="Arial MT"/>
              </a:rPr>
              <a:t>statement</a:t>
            </a:r>
            <a:r>
              <a:rPr dirty="0" sz="1500" spc="-30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500">
                <a:solidFill>
                  <a:srgbClr val="161D29"/>
                </a:solidFill>
                <a:latin typeface="Arial MT"/>
                <a:cs typeface="Arial MT"/>
              </a:rPr>
              <a:t>PDF</a:t>
            </a:r>
            <a:r>
              <a:rPr dirty="0" sz="1500" spc="-25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500">
                <a:solidFill>
                  <a:srgbClr val="161D29"/>
                </a:solidFill>
                <a:latin typeface="Arial MT"/>
                <a:cs typeface="Arial MT"/>
              </a:rPr>
              <a:t>to</a:t>
            </a:r>
            <a:r>
              <a:rPr dirty="0" sz="1500" spc="-30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500">
                <a:solidFill>
                  <a:srgbClr val="161D29"/>
                </a:solidFill>
                <a:latin typeface="Arial MT"/>
                <a:cs typeface="Arial MT"/>
              </a:rPr>
              <a:t>be</a:t>
            </a:r>
            <a:r>
              <a:rPr dirty="0" sz="1500" spc="-25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500" spc="-10">
                <a:solidFill>
                  <a:srgbClr val="161D29"/>
                </a:solidFill>
                <a:latin typeface="Arial MT"/>
                <a:cs typeface="Arial MT"/>
              </a:rPr>
              <a:t>added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835389" y="5816970"/>
            <a:ext cx="649224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 i="1">
                <a:solidFill>
                  <a:srgbClr val="D03741"/>
                </a:solidFill>
                <a:latin typeface="Arial"/>
                <a:cs typeface="Arial"/>
              </a:rPr>
              <a:t>Important:</a:t>
            </a:r>
            <a:r>
              <a:rPr dirty="0" sz="1800" spc="-15" b="1" i="1">
                <a:solidFill>
                  <a:srgbClr val="D03741"/>
                </a:solidFill>
                <a:latin typeface="Arial"/>
                <a:cs typeface="Arial"/>
              </a:rPr>
              <a:t> </a:t>
            </a:r>
            <a:r>
              <a:rPr dirty="0" sz="1800" b="1" i="1">
                <a:solidFill>
                  <a:srgbClr val="D03741"/>
                </a:solidFill>
                <a:latin typeface="Arial"/>
                <a:cs typeface="Arial"/>
              </a:rPr>
              <a:t>keep</a:t>
            </a:r>
            <a:r>
              <a:rPr dirty="0" sz="1800" spc="-15" b="1" i="1">
                <a:solidFill>
                  <a:srgbClr val="D03741"/>
                </a:solidFill>
                <a:latin typeface="Arial"/>
                <a:cs typeface="Arial"/>
              </a:rPr>
              <a:t> </a:t>
            </a:r>
            <a:r>
              <a:rPr dirty="0" sz="1800" b="1" i="1">
                <a:solidFill>
                  <a:srgbClr val="D03741"/>
                </a:solidFill>
                <a:latin typeface="Arial"/>
                <a:cs typeface="Arial"/>
              </a:rPr>
              <a:t>backend/.env</a:t>
            </a:r>
            <a:r>
              <a:rPr dirty="0" sz="1800" spc="-15" b="1" i="1">
                <a:solidFill>
                  <a:srgbClr val="D03741"/>
                </a:solidFill>
                <a:latin typeface="Arial"/>
                <a:cs typeface="Arial"/>
              </a:rPr>
              <a:t> </a:t>
            </a:r>
            <a:r>
              <a:rPr dirty="0" sz="1800" b="1" i="1">
                <a:solidFill>
                  <a:srgbClr val="D03741"/>
                </a:solidFill>
                <a:latin typeface="Arial"/>
                <a:cs typeface="Arial"/>
              </a:rPr>
              <a:t>and</a:t>
            </a:r>
            <a:r>
              <a:rPr dirty="0" sz="1800" spc="-15" b="1" i="1">
                <a:solidFill>
                  <a:srgbClr val="D03741"/>
                </a:solidFill>
                <a:latin typeface="Arial"/>
                <a:cs typeface="Arial"/>
              </a:rPr>
              <a:t> </a:t>
            </a:r>
            <a:r>
              <a:rPr dirty="0" sz="1800" b="1" i="1">
                <a:solidFill>
                  <a:srgbClr val="D03741"/>
                </a:solidFill>
                <a:latin typeface="Arial"/>
                <a:cs typeface="Arial"/>
              </a:rPr>
              <a:t>all</a:t>
            </a:r>
            <a:r>
              <a:rPr dirty="0" sz="1800" spc="-15" b="1" i="1">
                <a:solidFill>
                  <a:srgbClr val="D03741"/>
                </a:solidFill>
                <a:latin typeface="Arial"/>
                <a:cs typeface="Arial"/>
              </a:rPr>
              <a:t> </a:t>
            </a:r>
            <a:r>
              <a:rPr dirty="0" sz="1800" b="1" i="1">
                <a:solidFill>
                  <a:srgbClr val="D03741"/>
                </a:solidFill>
                <a:latin typeface="Arial"/>
                <a:cs typeface="Arial"/>
              </a:rPr>
              <a:t>API</a:t>
            </a:r>
            <a:r>
              <a:rPr dirty="0" sz="1800" spc="-15" b="1" i="1">
                <a:solidFill>
                  <a:srgbClr val="D03741"/>
                </a:solidFill>
                <a:latin typeface="Arial"/>
                <a:cs typeface="Arial"/>
              </a:rPr>
              <a:t> </a:t>
            </a:r>
            <a:r>
              <a:rPr dirty="0" sz="1800" b="1" i="1">
                <a:solidFill>
                  <a:srgbClr val="D03741"/>
                </a:solidFill>
                <a:latin typeface="Arial"/>
                <a:cs typeface="Arial"/>
              </a:rPr>
              <a:t>secrets</a:t>
            </a:r>
            <a:r>
              <a:rPr dirty="0" sz="1800" spc="-15" b="1" i="1">
                <a:solidFill>
                  <a:srgbClr val="D03741"/>
                </a:solidFill>
                <a:latin typeface="Arial"/>
                <a:cs typeface="Arial"/>
              </a:rPr>
              <a:t> </a:t>
            </a:r>
            <a:r>
              <a:rPr dirty="0" sz="1800" b="1" i="1">
                <a:solidFill>
                  <a:srgbClr val="D03741"/>
                </a:solidFill>
                <a:latin typeface="Arial"/>
                <a:cs typeface="Arial"/>
              </a:rPr>
              <a:t>out</a:t>
            </a:r>
            <a:r>
              <a:rPr dirty="0" sz="1800" spc="-15" b="1" i="1">
                <a:solidFill>
                  <a:srgbClr val="D03741"/>
                </a:solidFill>
                <a:latin typeface="Arial"/>
                <a:cs typeface="Arial"/>
              </a:rPr>
              <a:t> </a:t>
            </a:r>
            <a:r>
              <a:rPr dirty="0" sz="1800" b="1" i="1">
                <a:solidFill>
                  <a:srgbClr val="D03741"/>
                </a:solidFill>
                <a:latin typeface="Arial"/>
                <a:cs typeface="Arial"/>
              </a:rPr>
              <a:t>of</a:t>
            </a:r>
            <a:r>
              <a:rPr dirty="0" sz="1800" spc="-15" b="1" i="1">
                <a:solidFill>
                  <a:srgbClr val="D03741"/>
                </a:solidFill>
                <a:latin typeface="Arial"/>
                <a:cs typeface="Arial"/>
              </a:rPr>
              <a:t> </a:t>
            </a:r>
            <a:r>
              <a:rPr dirty="0" sz="1800" spc="-20" b="1" i="1">
                <a:solidFill>
                  <a:srgbClr val="D03741"/>
                </a:solidFill>
                <a:latin typeface="Arial"/>
                <a:cs typeface="Arial"/>
              </a:rPr>
              <a:t>Git.</a:t>
            </a:r>
            <a:endParaRPr sz="1800">
              <a:latin typeface="Arial"/>
              <a:cs typeface="Arial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9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/>
              <a:t>ParkShare •</a:t>
            </a:r>
            <a:r>
              <a:rPr dirty="0" spc="495"/>
              <a:t> </a:t>
            </a:r>
            <a:r>
              <a:rPr dirty="0"/>
              <a:t>IBM University </a:t>
            </a:r>
            <a:r>
              <a:rPr dirty="0" spc="-10"/>
              <a:t>Engagement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90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40614" y="933731"/>
            <a:ext cx="868680" cy="67310"/>
            <a:chOff x="740614" y="933731"/>
            <a:chExt cx="868680" cy="67310"/>
          </a:xfrm>
        </p:grpSpPr>
        <p:sp>
          <p:nvSpPr>
            <p:cNvPr id="3" name="object 3"/>
            <p:cNvSpPr/>
            <p:nvPr/>
          </p:nvSpPr>
          <p:spPr>
            <a:xfrm>
              <a:off x="740614" y="953574"/>
              <a:ext cx="868680" cy="47625"/>
            </a:xfrm>
            <a:custGeom>
              <a:avLst/>
              <a:gdLst/>
              <a:ahLst/>
              <a:cxnLst/>
              <a:rect l="l" t="t" r="r" b="b"/>
              <a:pathLst>
                <a:path w="868680" h="47625">
                  <a:moveTo>
                    <a:pt x="868264" y="47359"/>
                  </a:moveTo>
                  <a:lnTo>
                    <a:pt x="0" y="47359"/>
                  </a:lnTo>
                  <a:lnTo>
                    <a:pt x="0" y="0"/>
                  </a:lnTo>
                  <a:lnTo>
                    <a:pt x="868264" y="0"/>
                  </a:lnTo>
                  <a:lnTo>
                    <a:pt x="868264" y="47359"/>
                  </a:lnTo>
                  <a:close/>
                </a:path>
              </a:pathLst>
            </a:custGeom>
            <a:solidFill>
              <a:srgbClr val="000000">
                <a:alpha val="348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740614" y="933731"/>
              <a:ext cx="868680" cy="47625"/>
            </a:xfrm>
            <a:custGeom>
              <a:avLst/>
              <a:gdLst/>
              <a:ahLst/>
              <a:cxnLst/>
              <a:rect l="l" t="t" r="r" b="b"/>
              <a:pathLst>
                <a:path w="868680" h="47625">
                  <a:moveTo>
                    <a:pt x="868264" y="47359"/>
                  </a:moveTo>
                  <a:lnTo>
                    <a:pt x="0" y="47359"/>
                  </a:lnTo>
                  <a:lnTo>
                    <a:pt x="0" y="0"/>
                  </a:lnTo>
                  <a:lnTo>
                    <a:pt x="868264" y="0"/>
                  </a:lnTo>
                  <a:lnTo>
                    <a:pt x="868264" y="47359"/>
                  </a:lnTo>
                  <a:close/>
                </a:path>
              </a:pathLst>
            </a:custGeom>
            <a:solidFill>
              <a:srgbClr val="0E61F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1" name="object 41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0851" rIns="0" bIns="0" rtlCol="0" vert="horz">
            <a:spAutoFit/>
          </a:bodyPr>
          <a:lstStyle/>
          <a:p>
            <a:pPr marL="95885">
              <a:lnSpc>
                <a:spcPct val="100000"/>
              </a:lnSpc>
              <a:spcBef>
                <a:spcPts val="100"/>
              </a:spcBef>
            </a:pPr>
            <a:r>
              <a:rPr dirty="0"/>
              <a:t>Future</a:t>
            </a:r>
            <a:r>
              <a:rPr dirty="0" spc="-75"/>
              <a:t> </a:t>
            </a:r>
            <a:r>
              <a:rPr dirty="0" spc="-20"/>
              <a:t>Scope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681034" y="1229674"/>
            <a:ext cx="5313680" cy="1358900"/>
            <a:chOff x="681034" y="1229674"/>
            <a:chExt cx="5313680" cy="1358900"/>
          </a:xfrm>
        </p:grpSpPr>
        <p:sp>
          <p:nvSpPr>
            <p:cNvPr id="6" name="object 6"/>
            <p:cNvSpPr/>
            <p:nvPr/>
          </p:nvSpPr>
          <p:spPr>
            <a:xfrm>
              <a:off x="681034" y="1252661"/>
              <a:ext cx="5313680" cy="1336040"/>
            </a:xfrm>
            <a:custGeom>
              <a:avLst/>
              <a:gdLst/>
              <a:ahLst/>
              <a:cxnLst/>
              <a:rect l="l" t="t" r="r" b="b"/>
              <a:pathLst>
                <a:path w="5313680" h="1336039">
                  <a:moveTo>
                    <a:pt x="5090537" y="1335531"/>
                  </a:moveTo>
                  <a:lnTo>
                    <a:pt x="222630" y="1335531"/>
                  </a:lnTo>
                  <a:lnTo>
                    <a:pt x="178103" y="1330970"/>
                  </a:lnTo>
                  <a:lnTo>
                    <a:pt x="136473" y="1317908"/>
                  </a:lnTo>
                  <a:lnTo>
                    <a:pt x="98601" y="1297269"/>
                  </a:lnTo>
                  <a:lnTo>
                    <a:pt x="65557" y="1269983"/>
                  </a:lnTo>
                  <a:lnTo>
                    <a:pt x="38255" y="1236976"/>
                  </a:lnTo>
                  <a:lnTo>
                    <a:pt x="17615" y="1199174"/>
                  </a:lnTo>
                  <a:lnTo>
                    <a:pt x="4556" y="1157507"/>
                  </a:lnTo>
                  <a:lnTo>
                    <a:pt x="0" y="1112900"/>
                  </a:lnTo>
                  <a:lnTo>
                    <a:pt x="0" y="222630"/>
                  </a:lnTo>
                  <a:lnTo>
                    <a:pt x="4555" y="177987"/>
                  </a:lnTo>
                  <a:lnTo>
                    <a:pt x="17605" y="136302"/>
                  </a:lnTo>
                  <a:lnTo>
                    <a:pt x="38227" y="98499"/>
                  </a:lnTo>
                  <a:lnTo>
                    <a:pt x="65500" y="65500"/>
                  </a:lnTo>
                  <a:lnTo>
                    <a:pt x="98499" y="38227"/>
                  </a:lnTo>
                  <a:lnTo>
                    <a:pt x="136302" y="17605"/>
                  </a:lnTo>
                  <a:lnTo>
                    <a:pt x="177987" y="4555"/>
                  </a:lnTo>
                  <a:lnTo>
                    <a:pt x="222630" y="0"/>
                  </a:lnTo>
                  <a:lnTo>
                    <a:pt x="5090537" y="0"/>
                  </a:lnTo>
                  <a:lnTo>
                    <a:pt x="5135144" y="4555"/>
                  </a:lnTo>
                  <a:lnTo>
                    <a:pt x="5176812" y="17605"/>
                  </a:lnTo>
                  <a:lnTo>
                    <a:pt x="5214613" y="38227"/>
                  </a:lnTo>
                  <a:lnTo>
                    <a:pt x="5247621" y="65500"/>
                  </a:lnTo>
                  <a:lnTo>
                    <a:pt x="5274907" y="98499"/>
                  </a:lnTo>
                  <a:lnTo>
                    <a:pt x="5295545" y="136302"/>
                  </a:lnTo>
                  <a:lnTo>
                    <a:pt x="5308608" y="177987"/>
                  </a:lnTo>
                  <a:lnTo>
                    <a:pt x="5313168" y="222630"/>
                  </a:lnTo>
                  <a:lnTo>
                    <a:pt x="5313168" y="1112900"/>
                  </a:lnTo>
                  <a:lnTo>
                    <a:pt x="5308613" y="1157507"/>
                  </a:lnTo>
                  <a:lnTo>
                    <a:pt x="5295563" y="1199174"/>
                  </a:lnTo>
                  <a:lnTo>
                    <a:pt x="5274940" y="1236976"/>
                  </a:lnTo>
                  <a:lnTo>
                    <a:pt x="5247668" y="1269983"/>
                  </a:lnTo>
                  <a:lnTo>
                    <a:pt x="5214669" y="1297269"/>
                  </a:lnTo>
                  <a:lnTo>
                    <a:pt x="5176865" y="1317908"/>
                  </a:lnTo>
                  <a:lnTo>
                    <a:pt x="5135181" y="1330970"/>
                  </a:lnTo>
                  <a:lnTo>
                    <a:pt x="5090537" y="1335531"/>
                  </a:lnTo>
                  <a:close/>
                </a:path>
              </a:pathLst>
            </a:custGeom>
            <a:solidFill>
              <a:srgbClr val="000000">
                <a:alpha val="348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685733" y="1234500"/>
              <a:ext cx="5303520" cy="1325880"/>
            </a:xfrm>
            <a:custGeom>
              <a:avLst/>
              <a:gdLst/>
              <a:ahLst/>
              <a:cxnLst/>
              <a:rect l="l" t="t" r="r" b="b"/>
              <a:pathLst>
                <a:path w="5303520" h="1325880">
                  <a:moveTo>
                    <a:pt x="5082537" y="1325879"/>
                  </a:moveTo>
                  <a:lnTo>
                    <a:pt x="221106" y="1325879"/>
                  </a:lnTo>
                  <a:lnTo>
                    <a:pt x="176789" y="1321358"/>
                  </a:lnTo>
                  <a:lnTo>
                    <a:pt x="135411" y="1308406"/>
                  </a:lnTo>
                  <a:lnTo>
                    <a:pt x="97888" y="1287939"/>
                  </a:lnTo>
                  <a:lnTo>
                    <a:pt x="65135" y="1260871"/>
                  </a:lnTo>
                  <a:lnTo>
                    <a:pt x="38067" y="1228117"/>
                  </a:lnTo>
                  <a:lnTo>
                    <a:pt x="17599" y="1190594"/>
                  </a:lnTo>
                  <a:lnTo>
                    <a:pt x="4647" y="1149216"/>
                  </a:lnTo>
                  <a:lnTo>
                    <a:pt x="127" y="1104899"/>
                  </a:lnTo>
                  <a:lnTo>
                    <a:pt x="0" y="220979"/>
                  </a:lnTo>
                  <a:lnTo>
                    <a:pt x="4520" y="176662"/>
                  </a:lnTo>
                  <a:lnTo>
                    <a:pt x="17472" y="135284"/>
                  </a:lnTo>
                  <a:lnTo>
                    <a:pt x="37939" y="97761"/>
                  </a:lnTo>
                  <a:lnTo>
                    <a:pt x="65008" y="65008"/>
                  </a:lnTo>
                  <a:lnTo>
                    <a:pt x="97761" y="37939"/>
                  </a:lnTo>
                  <a:lnTo>
                    <a:pt x="135284" y="17472"/>
                  </a:lnTo>
                  <a:lnTo>
                    <a:pt x="176662" y="4520"/>
                  </a:lnTo>
                  <a:lnTo>
                    <a:pt x="220979" y="0"/>
                  </a:lnTo>
                  <a:lnTo>
                    <a:pt x="5082537" y="0"/>
                  </a:lnTo>
                  <a:lnTo>
                    <a:pt x="5126854" y="4520"/>
                  </a:lnTo>
                  <a:lnTo>
                    <a:pt x="5168232" y="17472"/>
                  </a:lnTo>
                  <a:lnTo>
                    <a:pt x="5205755" y="37939"/>
                  </a:lnTo>
                  <a:lnTo>
                    <a:pt x="5238508" y="65008"/>
                  </a:lnTo>
                  <a:lnTo>
                    <a:pt x="5265576" y="97761"/>
                  </a:lnTo>
                  <a:lnTo>
                    <a:pt x="5286044" y="135284"/>
                  </a:lnTo>
                  <a:lnTo>
                    <a:pt x="5298996" y="176662"/>
                  </a:lnTo>
                  <a:lnTo>
                    <a:pt x="5303517" y="220979"/>
                  </a:lnTo>
                  <a:lnTo>
                    <a:pt x="5303517" y="1104899"/>
                  </a:lnTo>
                  <a:lnTo>
                    <a:pt x="5298996" y="1149216"/>
                  </a:lnTo>
                  <a:lnTo>
                    <a:pt x="5286044" y="1190594"/>
                  </a:lnTo>
                  <a:lnTo>
                    <a:pt x="5265576" y="1228117"/>
                  </a:lnTo>
                  <a:lnTo>
                    <a:pt x="5238508" y="1260871"/>
                  </a:lnTo>
                  <a:lnTo>
                    <a:pt x="5205755" y="1287939"/>
                  </a:lnTo>
                  <a:lnTo>
                    <a:pt x="5168232" y="1308406"/>
                  </a:lnTo>
                  <a:lnTo>
                    <a:pt x="5126854" y="1321358"/>
                  </a:lnTo>
                  <a:lnTo>
                    <a:pt x="5082537" y="1325879"/>
                  </a:lnTo>
                  <a:close/>
                </a:path>
              </a:pathLst>
            </a:custGeom>
            <a:solidFill>
              <a:srgbClr val="F4F7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681034" y="1229674"/>
              <a:ext cx="5313680" cy="1336040"/>
            </a:xfrm>
            <a:custGeom>
              <a:avLst/>
              <a:gdLst/>
              <a:ahLst/>
              <a:cxnLst/>
              <a:rect l="l" t="t" r="r" b="b"/>
              <a:pathLst>
                <a:path w="5313680" h="1336039">
                  <a:moveTo>
                    <a:pt x="5087362" y="1335531"/>
                  </a:moveTo>
                  <a:lnTo>
                    <a:pt x="5087362" y="1330907"/>
                  </a:lnTo>
                  <a:lnTo>
                    <a:pt x="180632" y="1330907"/>
                  </a:lnTo>
                  <a:lnTo>
                    <a:pt x="138408" y="1317662"/>
                  </a:lnTo>
                  <a:lnTo>
                    <a:pt x="100002" y="1296734"/>
                  </a:lnTo>
                  <a:lnTo>
                    <a:pt x="66497" y="1269062"/>
                  </a:lnTo>
                  <a:lnTo>
                    <a:pt x="38817" y="1235587"/>
                  </a:lnTo>
                  <a:lnTo>
                    <a:pt x="17890" y="1197246"/>
                  </a:lnTo>
                  <a:lnTo>
                    <a:pt x="4646" y="1154979"/>
                  </a:lnTo>
                  <a:lnTo>
                    <a:pt x="12" y="1109725"/>
                  </a:lnTo>
                  <a:lnTo>
                    <a:pt x="0" y="225805"/>
                  </a:lnTo>
                  <a:lnTo>
                    <a:pt x="4618" y="180515"/>
                  </a:lnTo>
                  <a:lnTo>
                    <a:pt x="17851" y="138231"/>
                  </a:lnTo>
                  <a:lnTo>
                    <a:pt x="38763" y="99888"/>
                  </a:lnTo>
                  <a:lnTo>
                    <a:pt x="66420" y="66420"/>
                  </a:lnTo>
                  <a:lnTo>
                    <a:pt x="99888" y="38763"/>
                  </a:lnTo>
                  <a:lnTo>
                    <a:pt x="138231" y="17851"/>
                  </a:lnTo>
                  <a:lnTo>
                    <a:pt x="180515" y="4618"/>
                  </a:lnTo>
                  <a:lnTo>
                    <a:pt x="225805" y="0"/>
                  </a:lnTo>
                  <a:lnTo>
                    <a:pt x="225805" y="4618"/>
                  </a:lnTo>
                  <a:lnTo>
                    <a:pt x="5132794" y="4618"/>
                  </a:lnTo>
                  <a:lnTo>
                    <a:pt x="5148288" y="9524"/>
                  </a:lnTo>
                  <a:lnTo>
                    <a:pt x="225805" y="9524"/>
                  </a:lnTo>
                  <a:lnTo>
                    <a:pt x="176476" y="15280"/>
                  </a:lnTo>
                  <a:lnTo>
                    <a:pt x="131054" y="31653"/>
                  </a:lnTo>
                  <a:lnTo>
                    <a:pt x="90881" y="57301"/>
                  </a:lnTo>
                  <a:lnTo>
                    <a:pt x="57300" y="90881"/>
                  </a:lnTo>
                  <a:lnTo>
                    <a:pt x="31653" y="131054"/>
                  </a:lnTo>
                  <a:lnTo>
                    <a:pt x="15280" y="176476"/>
                  </a:lnTo>
                  <a:lnTo>
                    <a:pt x="9524" y="225805"/>
                  </a:lnTo>
                  <a:lnTo>
                    <a:pt x="9524" y="1109725"/>
                  </a:lnTo>
                  <a:lnTo>
                    <a:pt x="15280" y="1159055"/>
                  </a:lnTo>
                  <a:lnTo>
                    <a:pt x="31653" y="1204477"/>
                  </a:lnTo>
                  <a:lnTo>
                    <a:pt x="57300" y="1244649"/>
                  </a:lnTo>
                  <a:lnTo>
                    <a:pt x="90881" y="1278230"/>
                  </a:lnTo>
                  <a:lnTo>
                    <a:pt x="131054" y="1303878"/>
                  </a:lnTo>
                  <a:lnTo>
                    <a:pt x="176476" y="1320250"/>
                  </a:lnTo>
                  <a:lnTo>
                    <a:pt x="225805" y="1326006"/>
                  </a:lnTo>
                  <a:lnTo>
                    <a:pt x="5148299" y="1326006"/>
                  </a:lnTo>
                  <a:lnTo>
                    <a:pt x="5132653" y="1330907"/>
                  </a:lnTo>
                  <a:lnTo>
                    <a:pt x="5087362" y="1335531"/>
                  </a:lnTo>
                  <a:close/>
                </a:path>
                <a:path w="5313680" h="1336039">
                  <a:moveTo>
                    <a:pt x="5087362" y="4618"/>
                  </a:moveTo>
                  <a:lnTo>
                    <a:pt x="225805" y="4618"/>
                  </a:lnTo>
                  <a:lnTo>
                    <a:pt x="225805" y="0"/>
                  </a:lnTo>
                  <a:lnTo>
                    <a:pt x="5087362" y="0"/>
                  </a:lnTo>
                  <a:lnTo>
                    <a:pt x="5087362" y="4618"/>
                  </a:lnTo>
                  <a:close/>
                </a:path>
                <a:path w="5313680" h="1336039">
                  <a:moveTo>
                    <a:pt x="5132616" y="4618"/>
                  </a:moveTo>
                  <a:lnTo>
                    <a:pt x="5087362" y="4618"/>
                  </a:lnTo>
                  <a:lnTo>
                    <a:pt x="5087362" y="0"/>
                  </a:lnTo>
                  <a:lnTo>
                    <a:pt x="5132616" y="4618"/>
                  </a:lnTo>
                  <a:close/>
                </a:path>
                <a:path w="5313680" h="1336039">
                  <a:moveTo>
                    <a:pt x="5148299" y="1326006"/>
                  </a:moveTo>
                  <a:lnTo>
                    <a:pt x="5087362" y="1326006"/>
                  </a:lnTo>
                  <a:lnTo>
                    <a:pt x="5136692" y="1320250"/>
                  </a:lnTo>
                  <a:lnTo>
                    <a:pt x="5182114" y="1303878"/>
                  </a:lnTo>
                  <a:lnTo>
                    <a:pt x="5222286" y="1278230"/>
                  </a:lnTo>
                  <a:lnTo>
                    <a:pt x="5255867" y="1244649"/>
                  </a:lnTo>
                  <a:lnTo>
                    <a:pt x="5281515" y="1204477"/>
                  </a:lnTo>
                  <a:lnTo>
                    <a:pt x="5297888" y="1159055"/>
                  </a:lnTo>
                  <a:lnTo>
                    <a:pt x="5303643" y="1109725"/>
                  </a:lnTo>
                  <a:lnTo>
                    <a:pt x="5303643" y="225805"/>
                  </a:lnTo>
                  <a:lnTo>
                    <a:pt x="5297888" y="176476"/>
                  </a:lnTo>
                  <a:lnTo>
                    <a:pt x="5281515" y="131054"/>
                  </a:lnTo>
                  <a:lnTo>
                    <a:pt x="5255867" y="90881"/>
                  </a:lnTo>
                  <a:lnTo>
                    <a:pt x="5222286" y="57301"/>
                  </a:lnTo>
                  <a:lnTo>
                    <a:pt x="5182114" y="31653"/>
                  </a:lnTo>
                  <a:lnTo>
                    <a:pt x="5136692" y="15280"/>
                  </a:lnTo>
                  <a:lnTo>
                    <a:pt x="5087362" y="9524"/>
                  </a:lnTo>
                  <a:lnTo>
                    <a:pt x="5148288" y="9524"/>
                  </a:lnTo>
                  <a:lnTo>
                    <a:pt x="5213224" y="38763"/>
                  </a:lnTo>
                  <a:lnTo>
                    <a:pt x="5246700" y="66420"/>
                  </a:lnTo>
                  <a:lnTo>
                    <a:pt x="5274371" y="99888"/>
                  </a:lnTo>
                  <a:lnTo>
                    <a:pt x="5295299" y="138231"/>
                  </a:lnTo>
                  <a:lnTo>
                    <a:pt x="5308545" y="180515"/>
                  </a:lnTo>
                  <a:lnTo>
                    <a:pt x="5313168" y="225805"/>
                  </a:lnTo>
                  <a:lnTo>
                    <a:pt x="5313168" y="1109725"/>
                  </a:lnTo>
                  <a:lnTo>
                    <a:pt x="5308550" y="1154979"/>
                  </a:lnTo>
                  <a:lnTo>
                    <a:pt x="5295317" y="1197246"/>
                  </a:lnTo>
                  <a:lnTo>
                    <a:pt x="5274405" y="1235587"/>
                  </a:lnTo>
                  <a:lnTo>
                    <a:pt x="5246747" y="1269062"/>
                  </a:lnTo>
                  <a:lnTo>
                    <a:pt x="5213280" y="1296734"/>
                  </a:lnTo>
                  <a:lnTo>
                    <a:pt x="5174937" y="1317662"/>
                  </a:lnTo>
                  <a:lnTo>
                    <a:pt x="5148299" y="1326006"/>
                  </a:lnTo>
                  <a:close/>
                </a:path>
                <a:path w="5313680" h="1336039">
                  <a:moveTo>
                    <a:pt x="225805" y="1335531"/>
                  </a:moveTo>
                  <a:lnTo>
                    <a:pt x="180872" y="1330907"/>
                  </a:lnTo>
                  <a:lnTo>
                    <a:pt x="225805" y="1330907"/>
                  </a:lnTo>
                  <a:lnTo>
                    <a:pt x="225805" y="1335531"/>
                  </a:lnTo>
                  <a:close/>
                </a:path>
                <a:path w="5313680" h="1336039">
                  <a:moveTo>
                    <a:pt x="5087362" y="1335531"/>
                  </a:moveTo>
                  <a:lnTo>
                    <a:pt x="225805" y="1335531"/>
                  </a:lnTo>
                  <a:lnTo>
                    <a:pt x="225805" y="1330907"/>
                  </a:lnTo>
                  <a:lnTo>
                    <a:pt x="5087362" y="1330907"/>
                  </a:lnTo>
                  <a:lnTo>
                    <a:pt x="5087362" y="1335531"/>
                  </a:lnTo>
                  <a:close/>
                </a:path>
              </a:pathLst>
            </a:custGeom>
            <a:solidFill>
              <a:srgbClr val="DBE3E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685860" y="2560252"/>
              <a:ext cx="73660" cy="23495"/>
            </a:xfrm>
            <a:custGeom>
              <a:avLst/>
              <a:gdLst/>
              <a:ahLst/>
              <a:cxnLst/>
              <a:rect l="l" t="t" r="r" b="b"/>
              <a:pathLst>
                <a:path w="73659" h="23494">
                  <a:moveTo>
                    <a:pt x="0" y="23113"/>
                  </a:moveTo>
                  <a:lnTo>
                    <a:pt x="73151" y="23113"/>
                  </a:lnTo>
                  <a:lnTo>
                    <a:pt x="73151" y="0"/>
                  </a:lnTo>
                  <a:lnTo>
                    <a:pt x="0" y="0"/>
                  </a:lnTo>
                  <a:lnTo>
                    <a:pt x="0" y="23113"/>
                  </a:lnTo>
                  <a:close/>
                </a:path>
              </a:pathLst>
            </a:custGeom>
            <a:solidFill>
              <a:srgbClr val="000000">
                <a:alpha val="348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685860" y="1234373"/>
              <a:ext cx="73660" cy="1325880"/>
            </a:xfrm>
            <a:custGeom>
              <a:avLst/>
              <a:gdLst/>
              <a:ahLst/>
              <a:cxnLst/>
              <a:rect l="l" t="t" r="r" b="b"/>
              <a:pathLst>
                <a:path w="73659" h="1325880">
                  <a:moveTo>
                    <a:pt x="73151" y="1325879"/>
                  </a:moveTo>
                  <a:lnTo>
                    <a:pt x="0" y="1325879"/>
                  </a:lnTo>
                  <a:lnTo>
                    <a:pt x="0" y="0"/>
                  </a:lnTo>
                  <a:lnTo>
                    <a:pt x="73151" y="0"/>
                  </a:lnTo>
                  <a:lnTo>
                    <a:pt x="73151" y="1325879"/>
                  </a:lnTo>
                  <a:close/>
                </a:path>
              </a:pathLst>
            </a:custGeom>
            <a:solidFill>
              <a:srgbClr val="0E61F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2" name="object 42"/>
          <p:cNvSpPr txBox="1"/>
          <p:nvPr/>
        </p:nvSpPr>
        <p:spPr>
          <a:xfrm>
            <a:off x="974851" y="1481258"/>
            <a:ext cx="4590415" cy="826135"/>
          </a:xfrm>
          <a:prstGeom prst="rect">
            <a:avLst/>
          </a:prstGeom>
        </p:spPr>
        <p:txBody>
          <a:bodyPr wrap="square" lIns="0" tIns="565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dirty="0" sz="1700" b="1" i="1">
                <a:solidFill>
                  <a:srgbClr val="092649"/>
                </a:solidFill>
                <a:latin typeface="Arial"/>
                <a:cs typeface="Arial"/>
              </a:rPr>
              <a:t>Live</a:t>
            </a:r>
            <a:r>
              <a:rPr dirty="0" sz="1700" spc="-25" b="1" i="1">
                <a:solidFill>
                  <a:srgbClr val="092649"/>
                </a:solidFill>
                <a:latin typeface="Arial"/>
                <a:cs typeface="Arial"/>
              </a:rPr>
              <a:t> </a:t>
            </a:r>
            <a:r>
              <a:rPr dirty="0" sz="1700" b="1" i="1">
                <a:solidFill>
                  <a:srgbClr val="092649"/>
                </a:solidFill>
                <a:latin typeface="Arial"/>
                <a:cs typeface="Arial"/>
              </a:rPr>
              <a:t>Maps</a:t>
            </a:r>
            <a:r>
              <a:rPr dirty="0" sz="1700" spc="-25" b="1" i="1">
                <a:solidFill>
                  <a:srgbClr val="092649"/>
                </a:solidFill>
                <a:latin typeface="Arial"/>
                <a:cs typeface="Arial"/>
              </a:rPr>
              <a:t> </a:t>
            </a:r>
            <a:r>
              <a:rPr dirty="0" sz="1700" b="1" i="1">
                <a:solidFill>
                  <a:srgbClr val="092649"/>
                </a:solidFill>
                <a:latin typeface="Arial"/>
                <a:cs typeface="Arial"/>
              </a:rPr>
              <a:t>&amp;</a:t>
            </a:r>
            <a:r>
              <a:rPr dirty="0" sz="1700" spc="-25" b="1" i="1">
                <a:solidFill>
                  <a:srgbClr val="092649"/>
                </a:solidFill>
                <a:latin typeface="Arial"/>
                <a:cs typeface="Arial"/>
              </a:rPr>
              <a:t> </a:t>
            </a:r>
            <a:r>
              <a:rPr dirty="0" sz="1700" spc="-10" b="1" i="1">
                <a:solidFill>
                  <a:srgbClr val="092649"/>
                </a:solidFill>
                <a:latin typeface="Arial"/>
                <a:cs typeface="Arial"/>
              </a:rPr>
              <a:t>Navigation</a:t>
            </a:r>
            <a:endParaRPr sz="1700">
              <a:latin typeface="Arial"/>
              <a:cs typeface="Arial"/>
            </a:endParaRPr>
          </a:p>
          <a:p>
            <a:pPr marL="12700" marR="5080">
              <a:lnSpc>
                <a:spcPct val="116100"/>
              </a:lnSpc>
              <a:spcBef>
                <a:spcPts val="15"/>
              </a:spcBef>
            </a:pPr>
            <a:r>
              <a:rPr dirty="0" sz="1400">
                <a:solidFill>
                  <a:srgbClr val="161D29"/>
                </a:solidFill>
                <a:latin typeface="Arial MT"/>
                <a:cs typeface="Arial MT"/>
              </a:rPr>
              <a:t>Geospatial</a:t>
            </a:r>
            <a:r>
              <a:rPr dirty="0" sz="1400" spc="-40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61D29"/>
                </a:solidFill>
                <a:latin typeface="Arial MT"/>
                <a:cs typeface="Arial MT"/>
              </a:rPr>
              <a:t>search,</a:t>
            </a:r>
            <a:r>
              <a:rPr dirty="0" sz="1400" spc="-40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61D29"/>
                </a:solidFill>
                <a:latin typeface="Arial MT"/>
                <a:cs typeface="Arial MT"/>
              </a:rPr>
              <a:t>map</a:t>
            </a:r>
            <a:r>
              <a:rPr dirty="0" sz="1400" spc="-40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61D29"/>
                </a:solidFill>
                <a:latin typeface="Arial MT"/>
                <a:cs typeface="Arial MT"/>
              </a:rPr>
              <a:t>visualization,</a:t>
            </a:r>
            <a:r>
              <a:rPr dirty="0" sz="1400" spc="-35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61D29"/>
                </a:solidFill>
                <a:latin typeface="Arial MT"/>
                <a:cs typeface="Arial MT"/>
              </a:rPr>
              <a:t>route</a:t>
            </a:r>
            <a:r>
              <a:rPr dirty="0" sz="1400" spc="-40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61D29"/>
                </a:solidFill>
                <a:latin typeface="Arial MT"/>
                <a:cs typeface="Arial MT"/>
              </a:rPr>
              <a:t>guidance,</a:t>
            </a:r>
            <a:r>
              <a:rPr dirty="0" sz="1400" spc="-40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400" spc="-25">
                <a:solidFill>
                  <a:srgbClr val="161D29"/>
                </a:solidFill>
                <a:latin typeface="Arial MT"/>
                <a:cs typeface="Arial MT"/>
              </a:rPr>
              <a:t>and </a:t>
            </a:r>
            <a:r>
              <a:rPr dirty="0" sz="1400">
                <a:solidFill>
                  <a:srgbClr val="161D29"/>
                </a:solidFill>
                <a:latin typeface="Arial MT"/>
                <a:cs typeface="Arial MT"/>
              </a:rPr>
              <a:t>distance</a:t>
            </a:r>
            <a:r>
              <a:rPr dirty="0" sz="1400" spc="-40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400" spc="-10">
                <a:solidFill>
                  <a:srgbClr val="161D29"/>
                </a:solidFill>
                <a:latin typeface="Arial MT"/>
                <a:cs typeface="Arial MT"/>
              </a:rPr>
              <a:t>estimation.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6304593" y="1229674"/>
            <a:ext cx="5313680" cy="1358900"/>
            <a:chOff x="6304593" y="1229674"/>
            <a:chExt cx="5313680" cy="1358900"/>
          </a:xfrm>
        </p:grpSpPr>
        <p:sp>
          <p:nvSpPr>
            <p:cNvPr id="24" name="object 24"/>
            <p:cNvSpPr/>
            <p:nvPr/>
          </p:nvSpPr>
          <p:spPr>
            <a:xfrm>
              <a:off x="6304593" y="1252661"/>
              <a:ext cx="5313680" cy="1336040"/>
            </a:xfrm>
            <a:custGeom>
              <a:avLst/>
              <a:gdLst/>
              <a:ahLst/>
              <a:cxnLst/>
              <a:rect l="l" t="t" r="r" b="b"/>
              <a:pathLst>
                <a:path w="5313680" h="1336039">
                  <a:moveTo>
                    <a:pt x="5090537" y="1335531"/>
                  </a:moveTo>
                  <a:lnTo>
                    <a:pt x="222631" y="1335531"/>
                  </a:lnTo>
                  <a:lnTo>
                    <a:pt x="178103" y="1330970"/>
                  </a:lnTo>
                  <a:lnTo>
                    <a:pt x="136473" y="1317908"/>
                  </a:lnTo>
                  <a:lnTo>
                    <a:pt x="98601" y="1297269"/>
                  </a:lnTo>
                  <a:lnTo>
                    <a:pt x="65557" y="1269983"/>
                  </a:lnTo>
                  <a:lnTo>
                    <a:pt x="38255" y="1236976"/>
                  </a:lnTo>
                  <a:lnTo>
                    <a:pt x="17615" y="1199174"/>
                  </a:lnTo>
                  <a:lnTo>
                    <a:pt x="4556" y="1157507"/>
                  </a:lnTo>
                  <a:lnTo>
                    <a:pt x="0" y="1112900"/>
                  </a:lnTo>
                  <a:lnTo>
                    <a:pt x="0" y="222630"/>
                  </a:lnTo>
                  <a:lnTo>
                    <a:pt x="4555" y="177987"/>
                  </a:lnTo>
                  <a:lnTo>
                    <a:pt x="17605" y="136302"/>
                  </a:lnTo>
                  <a:lnTo>
                    <a:pt x="38228" y="98499"/>
                  </a:lnTo>
                  <a:lnTo>
                    <a:pt x="65500" y="65500"/>
                  </a:lnTo>
                  <a:lnTo>
                    <a:pt x="98499" y="38227"/>
                  </a:lnTo>
                  <a:lnTo>
                    <a:pt x="136303" y="17605"/>
                  </a:lnTo>
                  <a:lnTo>
                    <a:pt x="177987" y="4555"/>
                  </a:lnTo>
                  <a:lnTo>
                    <a:pt x="222631" y="0"/>
                  </a:lnTo>
                  <a:lnTo>
                    <a:pt x="5090537" y="0"/>
                  </a:lnTo>
                  <a:lnTo>
                    <a:pt x="5135144" y="4555"/>
                  </a:lnTo>
                  <a:lnTo>
                    <a:pt x="5176812" y="17605"/>
                  </a:lnTo>
                  <a:lnTo>
                    <a:pt x="5214613" y="38227"/>
                  </a:lnTo>
                  <a:lnTo>
                    <a:pt x="5247620" y="65500"/>
                  </a:lnTo>
                  <a:lnTo>
                    <a:pt x="5274906" y="98499"/>
                  </a:lnTo>
                  <a:lnTo>
                    <a:pt x="5295545" y="136302"/>
                  </a:lnTo>
                  <a:lnTo>
                    <a:pt x="5308607" y="177987"/>
                  </a:lnTo>
                  <a:lnTo>
                    <a:pt x="5313168" y="222630"/>
                  </a:lnTo>
                  <a:lnTo>
                    <a:pt x="5313168" y="1112900"/>
                  </a:lnTo>
                  <a:lnTo>
                    <a:pt x="5308613" y="1157507"/>
                  </a:lnTo>
                  <a:lnTo>
                    <a:pt x="5295562" y="1199174"/>
                  </a:lnTo>
                  <a:lnTo>
                    <a:pt x="5274940" y="1236976"/>
                  </a:lnTo>
                  <a:lnTo>
                    <a:pt x="5247668" y="1269983"/>
                  </a:lnTo>
                  <a:lnTo>
                    <a:pt x="5214669" y="1297269"/>
                  </a:lnTo>
                  <a:lnTo>
                    <a:pt x="5176865" y="1317908"/>
                  </a:lnTo>
                  <a:lnTo>
                    <a:pt x="5135181" y="1330970"/>
                  </a:lnTo>
                  <a:lnTo>
                    <a:pt x="5090537" y="1335531"/>
                  </a:lnTo>
                  <a:close/>
                </a:path>
              </a:pathLst>
            </a:custGeom>
            <a:solidFill>
              <a:srgbClr val="000000">
                <a:alpha val="348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6309419" y="1234500"/>
              <a:ext cx="5303520" cy="1325880"/>
            </a:xfrm>
            <a:custGeom>
              <a:avLst/>
              <a:gdLst/>
              <a:ahLst/>
              <a:cxnLst/>
              <a:rect l="l" t="t" r="r" b="b"/>
              <a:pathLst>
                <a:path w="5303520" h="1325880">
                  <a:moveTo>
                    <a:pt x="5082536" y="1325879"/>
                  </a:moveTo>
                  <a:lnTo>
                    <a:pt x="220979" y="1325879"/>
                  </a:lnTo>
                  <a:lnTo>
                    <a:pt x="176661" y="1321358"/>
                  </a:lnTo>
                  <a:lnTo>
                    <a:pt x="135284" y="1308406"/>
                  </a:lnTo>
                  <a:lnTo>
                    <a:pt x="97761" y="1287939"/>
                  </a:lnTo>
                  <a:lnTo>
                    <a:pt x="65007" y="1260871"/>
                  </a:lnTo>
                  <a:lnTo>
                    <a:pt x="37939" y="1228117"/>
                  </a:lnTo>
                  <a:lnTo>
                    <a:pt x="17472" y="1190594"/>
                  </a:lnTo>
                  <a:lnTo>
                    <a:pt x="4520" y="1149216"/>
                  </a:lnTo>
                  <a:lnTo>
                    <a:pt x="0" y="1104899"/>
                  </a:lnTo>
                  <a:lnTo>
                    <a:pt x="0" y="220979"/>
                  </a:lnTo>
                  <a:lnTo>
                    <a:pt x="4520" y="176662"/>
                  </a:lnTo>
                  <a:lnTo>
                    <a:pt x="17472" y="135284"/>
                  </a:lnTo>
                  <a:lnTo>
                    <a:pt x="37939" y="97761"/>
                  </a:lnTo>
                  <a:lnTo>
                    <a:pt x="65007" y="65008"/>
                  </a:lnTo>
                  <a:lnTo>
                    <a:pt x="97761" y="37939"/>
                  </a:lnTo>
                  <a:lnTo>
                    <a:pt x="135284" y="17472"/>
                  </a:lnTo>
                  <a:lnTo>
                    <a:pt x="176661" y="4520"/>
                  </a:lnTo>
                  <a:lnTo>
                    <a:pt x="220979" y="0"/>
                  </a:lnTo>
                  <a:lnTo>
                    <a:pt x="5082536" y="0"/>
                  </a:lnTo>
                  <a:lnTo>
                    <a:pt x="5126853" y="4520"/>
                  </a:lnTo>
                  <a:lnTo>
                    <a:pt x="5168231" y="17472"/>
                  </a:lnTo>
                  <a:lnTo>
                    <a:pt x="5205754" y="37939"/>
                  </a:lnTo>
                  <a:lnTo>
                    <a:pt x="5238508" y="65008"/>
                  </a:lnTo>
                  <a:lnTo>
                    <a:pt x="5265576" y="97761"/>
                  </a:lnTo>
                  <a:lnTo>
                    <a:pt x="5286043" y="135284"/>
                  </a:lnTo>
                  <a:lnTo>
                    <a:pt x="5298995" y="176662"/>
                  </a:lnTo>
                  <a:lnTo>
                    <a:pt x="5303516" y="220979"/>
                  </a:lnTo>
                  <a:lnTo>
                    <a:pt x="5303516" y="1104899"/>
                  </a:lnTo>
                  <a:lnTo>
                    <a:pt x="5298995" y="1149216"/>
                  </a:lnTo>
                  <a:lnTo>
                    <a:pt x="5286043" y="1190594"/>
                  </a:lnTo>
                  <a:lnTo>
                    <a:pt x="5265576" y="1228117"/>
                  </a:lnTo>
                  <a:lnTo>
                    <a:pt x="5238508" y="1260871"/>
                  </a:lnTo>
                  <a:lnTo>
                    <a:pt x="5205754" y="1287939"/>
                  </a:lnTo>
                  <a:lnTo>
                    <a:pt x="5168231" y="1308406"/>
                  </a:lnTo>
                  <a:lnTo>
                    <a:pt x="5126853" y="1321358"/>
                  </a:lnTo>
                  <a:lnTo>
                    <a:pt x="5082536" y="1325879"/>
                  </a:lnTo>
                  <a:close/>
                </a:path>
              </a:pathLst>
            </a:custGeom>
            <a:solidFill>
              <a:srgbClr val="F4F7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6304593" y="1229674"/>
              <a:ext cx="5313680" cy="1336040"/>
            </a:xfrm>
            <a:custGeom>
              <a:avLst/>
              <a:gdLst/>
              <a:ahLst/>
              <a:cxnLst/>
              <a:rect l="l" t="t" r="r" b="b"/>
              <a:pathLst>
                <a:path w="5313680" h="1336039">
                  <a:moveTo>
                    <a:pt x="5087362" y="1335531"/>
                  </a:moveTo>
                  <a:lnTo>
                    <a:pt x="5087362" y="1330907"/>
                  </a:lnTo>
                  <a:lnTo>
                    <a:pt x="180632" y="1330907"/>
                  </a:lnTo>
                  <a:lnTo>
                    <a:pt x="138408" y="1317662"/>
                  </a:lnTo>
                  <a:lnTo>
                    <a:pt x="100002" y="1296734"/>
                  </a:lnTo>
                  <a:lnTo>
                    <a:pt x="66497" y="1269062"/>
                  </a:lnTo>
                  <a:lnTo>
                    <a:pt x="38817" y="1235587"/>
                  </a:lnTo>
                  <a:lnTo>
                    <a:pt x="17890" y="1197246"/>
                  </a:lnTo>
                  <a:lnTo>
                    <a:pt x="4646" y="1154979"/>
                  </a:lnTo>
                  <a:lnTo>
                    <a:pt x="12" y="1109725"/>
                  </a:lnTo>
                  <a:lnTo>
                    <a:pt x="0" y="225805"/>
                  </a:lnTo>
                  <a:lnTo>
                    <a:pt x="4618" y="180515"/>
                  </a:lnTo>
                  <a:lnTo>
                    <a:pt x="17851" y="138231"/>
                  </a:lnTo>
                  <a:lnTo>
                    <a:pt x="38763" y="99888"/>
                  </a:lnTo>
                  <a:lnTo>
                    <a:pt x="66420" y="66420"/>
                  </a:lnTo>
                  <a:lnTo>
                    <a:pt x="99888" y="38763"/>
                  </a:lnTo>
                  <a:lnTo>
                    <a:pt x="138231" y="17851"/>
                  </a:lnTo>
                  <a:lnTo>
                    <a:pt x="180515" y="4618"/>
                  </a:lnTo>
                  <a:lnTo>
                    <a:pt x="225805" y="0"/>
                  </a:lnTo>
                  <a:lnTo>
                    <a:pt x="225805" y="4618"/>
                  </a:lnTo>
                  <a:lnTo>
                    <a:pt x="5132794" y="4618"/>
                  </a:lnTo>
                  <a:lnTo>
                    <a:pt x="5148287" y="9524"/>
                  </a:lnTo>
                  <a:lnTo>
                    <a:pt x="225805" y="9524"/>
                  </a:lnTo>
                  <a:lnTo>
                    <a:pt x="176476" y="15280"/>
                  </a:lnTo>
                  <a:lnTo>
                    <a:pt x="131054" y="31653"/>
                  </a:lnTo>
                  <a:lnTo>
                    <a:pt x="90881" y="57301"/>
                  </a:lnTo>
                  <a:lnTo>
                    <a:pt x="57301" y="90881"/>
                  </a:lnTo>
                  <a:lnTo>
                    <a:pt x="31653" y="131054"/>
                  </a:lnTo>
                  <a:lnTo>
                    <a:pt x="15280" y="176476"/>
                  </a:lnTo>
                  <a:lnTo>
                    <a:pt x="9524" y="225805"/>
                  </a:lnTo>
                  <a:lnTo>
                    <a:pt x="9524" y="1109725"/>
                  </a:lnTo>
                  <a:lnTo>
                    <a:pt x="15280" y="1159055"/>
                  </a:lnTo>
                  <a:lnTo>
                    <a:pt x="31653" y="1204477"/>
                  </a:lnTo>
                  <a:lnTo>
                    <a:pt x="57301" y="1244649"/>
                  </a:lnTo>
                  <a:lnTo>
                    <a:pt x="90881" y="1278230"/>
                  </a:lnTo>
                  <a:lnTo>
                    <a:pt x="131054" y="1303878"/>
                  </a:lnTo>
                  <a:lnTo>
                    <a:pt x="176476" y="1320250"/>
                  </a:lnTo>
                  <a:lnTo>
                    <a:pt x="225805" y="1326006"/>
                  </a:lnTo>
                  <a:lnTo>
                    <a:pt x="5148298" y="1326006"/>
                  </a:lnTo>
                  <a:lnTo>
                    <a:pt x="5132652" y="1330907"/>
                  </a:lnTo>
                  <a:lnTo>
                    <a:pt x="5087362" y="1335531"/>
                  </a:lnTo>
                  <a:close/>
                </a:path>
                <a:path w="5313680" h="1336039">
                  <a:moveTo>
                    <a:pt x="5087362" y="4618"/>
                  </a:moveTo>
                  <a:lnTo>
                    <a:pt x="225805" y="4618"/>
                  </a:lnTo>
                  <a:lnTo>
                    <a:pt x="225805" y="0"/>
                  </a:lnTo>
                  <a:lnTo>
                    <a:pt x="5087362" y="0"/>
                  </a:lnTo>
                  <a:lnTo>
                    <a:pt x="5087362" y="4618"/>
                  </a:lnTo>
                  <a:close/>
                </a:path>
                <a:path w="5313680" h="1336039">
                  <a:moveTo>
                    <a:pt x="5132616" y="4618"/>
                  </a:moveTo>
                  <a:lnTo>
                    <a:pt x="5087362" y="4618"/>
                  </a:lnTo>
                  <a:lnTo>
                    <a:pt x="5087362" y="0"/>
                  </a:lnTo>
                  <a:lnTo>
                    <a:pt x="5132616" y="4618"/>
                  </a:lnTo>
                  <a:close/>
                </a:path>
                <a:path w="5313680" h="1336039">
                  <a:moveTo>
                    <a:pt x="5148298" y="1326006"/>
                  </a:moveTo>
                  <a:lnTo>
                    <a:pt x="5087362" y="1326006"/>
                  </a:lnTo>
                  <a:lnTo>
                    <a:pt x="5136692" y="1320250"/>
                  </a:lnTo>
                  <a:lnTo>
                    <a:pt x="5182114" y="1303878"/>
                  </a:lnTo>
                  <a:lnTo>
                    <a:pt x="5222286" y="1278230"/>
                  </a:lnTo>
                  <a:lnTo>
                    <a:pt x="5255867" y="1244649"/>
                  </a:lnTo>
                  <a:lnTo>
                    <a:pt x="5281515" y="1204477"/>
                  </a:lnTo>
                  <a:lnTo>
                    <a:pt x="5297888" y="1159055"/>
                  </a:lnTo>
                  <a:lnTo>
                    <a:pt x="5303644" y="1109725"/>
                  </a:lnTo>
                  <a:lnTo>
                    <a:pt x="5303644" y="225805"/>
                  </a:lnTo>
                  <a:lnTo>
                    <a:pt x="5297888" y="176476"/>
                  </a:lnTo>
                  <a:lnTo>
                    <a:pt x="5281515" y="131054"/>
                  </a:lnTo>
                  <a:lnTo>
                    <a:pt x="5255867" y="90881"/>
                  </a:lnTo>
                  <a:lnTo>
                    <a:pt x="5222286" y="57301"/>
                  </a:lnTo>
                  <a:lnTo>
                    <a:pt x="5182114" y="31653"/>
                  </a:lnTo>
                  <a:lnTo>
                    <a:pt x="5136692" y="15280"/>
                  </a:lnTo>
                  <a:lnTo>
                    <a:pt x="5087362" y="9524"/>
                  </a:lnTo>
                  <a:lnTo>
                    <a:pt x="5148287" y="9524"/>
                  </a:lnTo>
                  <a:lnTo>
                    <a:pt x="5213224" y="38763"/>
                  </a:lnTo>
                  <a:lnTo>
                    <a:pt x="5246699" y="66420"/>
                  </a:lnTo>
                  <a:lnTo>
                    <a:pt x="5274371" y="99888"/>
                  </a:lnTo>
                  <a:lnTo>
                    <a:pt x="5295298" y="138231"/>
                  </a:lnTo>
                  <a:lnTo>
                    <a:pt x="5308544" y="180515"/>
                  </a:lnTo>
                  <a:lnTo>
                    <a:pt x="5313168" y="225805"/>
                  </a:lnTo>
                  <a:lnTo>
                    <a:pt x="5313168" y="1109725"/>
                  </a:lnTo>
                  <a:lnTo>
                    <a:pt x="5308549" y="1154979"/>
                  </a:lnTo>
                  <a:lnTo>
                    <a:pt x="5295316" y="1197246"/>
                  </a:lnTo>
                  <a:lnTo>
                    <a:pt x="5274404" y="1235587"/>
                  </a:lnTo>
                  <a:lnTo>
                    <a:pt x="5246747" y="1269062"/>
                  </a:lnTo>
                  <a:lnTo>
                    <a:pt x="5213279" y="1296734"/>
                  </a:lnTo>
                  <a:lnTo>
                    <a:pt x="5174936" y="1317662"/>
                  </a:lnTo>
                  <a:lnTo>
                    <a:pt x="5148298" y="1326006"/>
                  </a:lnTo>
                  <a:close/>
                </a:path>
                <a:path w="5313680" h="1336039">
                  <a:moveTo>
                    <a:pt x="225805" y="1335531"/>
                  </a:moveTo>
                  <a:lnTo>
                    <a:pt x="180872" y="1330907"/>
                  </a:lnTo>
                  <a:lnTo>
                    <a:pt x="225805" y="1330907"/>
                  </a:lnTo>
                  <a:lnTo>
                    <a:pt x="225805" y="1335531"/>
                  </a:lnTo>
                  <a:close/>
                </a:path>
                <a:path w="5313680" h="1336039">
                  <a:moveTo>
                    <a:pt x="5087362" y="1335531"/>
                  </a:moveTo>
                  <a:lnTo>
                    <a:pt x="225805" y="1335531"/>
                  </a:lnTo>
                  <a:lnTo>
                    <a:pt x="225805" y="1330907"/>
                  </a:lnTo>
                  <a:lnTo>
                    <a:pt x="5087362" y="1330907"/>
                  </a:lnTo>
                  <a:lnTo>
                    <a:pt x="5087362" y="1335531"/>
                  </a:lnTo>
                  <a:close/>
                </a:path>
              </a:pathLst>
            </a:custGeom>
            <a:solidFill>
              <a:srgbClr val="DBE3E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6309419" y="2560252"/>
              <a:ext cx="73660" cy="23495"/>
            </a:xfrm>
            <a:custGeom>
              <a:avLst/>
              <a:gdLst/>
              <a:ahLst/>
              <a:cxnLst/>
              <a:rect l="l" t="t" r="r" b="b"/>
              <a:pathLst>
                <a:path w="73660" h="23494">
                  <a:moveTo>
                    <a:pt x="0" y="23113"/>
                  </a:moveTo>
                  <a:lnTo>
                    <a:pt x="73151" y="23113"/>
                  </a:lnTo>
                  <a:lnTo>
                    <a:pt x="73151" y="0"/>
                  </a:lnTo>
                  <a:lnTo>
                    <a:pt x="0" y="0"/>
                  </a:lnTo>
                  <a:lnTo>
                    <a:pt x="0" y="23113"/>
                  </a:lnTo>
                  <a:close/>
                </a:path>
              </a:pathLst>
            </a:custGeom>
            <a:solidFill>
              <a:srgbClr val="000000">
                <a:alpha val="348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6309419" y="1234373"/>
              <a:ext cx="73660" cy="1325880"/>
            </a:xfrm>
            <a:custGeom>
              <a:avLst/>
              <a:gdLst/>
              <a:ahLst/>
              <a:cxnLst/>
              <a:rect l="l" t="t" r="r" b="b"/>
              <a:pathLst>
                <a:path w="73660" h="1325880">
                  <a:moveTo>
                    <a:pt x="73151" y="1325879"/>
                  </a:moveTo>
                  <a:lnTo>
                    <a:pt x="0" y="1325879"/>
                  </a:lnTo>
                  <a:lnTo>
                    <a:pt x="0" y="0"/>
                  </a:lnTo>
                  <a:lnTo>
                    <a:pt x="73151" y="0"/>
                  </a:lnTo>
                  <a:lnTo>
                    <a:pt x="73151" y="1325879"/>
                  </a:lnTo>
                  <a:close/>
                </a:path>
              </a:pathLst>
            </a:custGeom>
            <a:solidFill>
              <a:srgbClr val="6F4B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5" name="object 45"/>
          <p:cNvSpPr txBox="1"/>
          <p:nvPr/>
        </p:nvSpPr>
        <p:spPr>
          <a:xfrm>
            <a:off x="6598411" y="1481258"/>
            <a:ext cx="4451350" cy="826135"/>
          </a:xfrm>
          <a:prstGeom prst="rect">
            <a:avLst/>
          </a:prstGeom>
        </p:spPr>
        <p:txBody>
          <a:bodyPr wrap="square" lIns="0" tIns="565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dirty="0" sz="1700" b="1" i="1">
                <a:solidFill>
                  <a:srgbClr val="092649"/>
                </a:solidFill>
                <a:latin typeface="Arial"/>
                <a:cs typeface="Arial"/>
              </a:rPr>
              <a:t>Smart</a:t>
            </a:r>
            <a:r>
              <a:rPr dirty="0" sz="1700" spc="-60" b="1" i="1">
                <a:solidFill>
                  <a:srgbClr val="092649"/>
                </a:solidFill>
                <a:latin typeface="Arial"/>
                <a:cs typeface="Arial"/>
              </a:rPr>
              <a:t> </a:t>
            </a:r>
            <a:r>
              <a:rPr dirty="0" sz="1700" b="1" i="1">
                <a:solidFill>
                  <a:srgbClr val="092649"/>
                </a:solidFill>
                <a:latin typeface="Arial"/>
                <a:cs typeface="Arial"/>
              </a:rPr>
              <a:t>Entry</a:t>
            </a:r>
            <a:r>
              <a:rPr dirty="0" sz="1700" spc="-60" b="1" i="1">
                <a:solidFill>
                  <a:srgbClr val="092649"/>
                </a:solidFill>
                <a:latin typeface="Arial"/>
                <a:cs typeface="Arial"/>
              </a:rPr>
              <a:t> </a:t>
            </a:r>
            <a:r>
              <a:rPr dirty="0" sz="1700" spc="-10" b="1" i="1">
                <a:solidFill>
                  <a:srgbClr val="092649"/>
                </a:solidFill>
                <a:latin typeface="Arial"/>
                <a:cs typeface="Arial"/>
              </a:rPr>
              <a:t>Verification</a:t>
            </a:r>
            <a:endParaRPr sz="1700">
              <a:latin typeface="Arial"/>
              <a:cs typeface="Arial"/>
            </a:endParaRPr>
          </a:p>
          <a:p>
            <a:pPr marL="12700" marR="5080">
              <a:lnSpc>
                <a:spcPct val="116100"/>
              </a:lnSpc>
              <a:spcBef>
                <a:spcPts val="15"/>
              </a:spcBef>
            </a:pPr>
            <a:r>
              <a:rPr dirty="0" sz="1400">
                <a:solidFill>
                  <a:srgbClr val="161D29"/>
                </a:solidFill>
                <a:latin typeface="Arial MT"/>
                <a:cs typeface="Arial MT"/>
              </a:rPr>
              <a:t>QR,</a:t>
            </a:r>
            <a:r>
              <a:rPr dirty="0" sz="1400" spc="-10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61D29"/>
                </a:solidFill>
                <a:latin typeface="Arial MT"/>
                <a:cs typeface="Arial MT"/>
              </a:rPr>
              <a:t>ANPR,</a:t>
            </a:r>
            <a:r>
              <a:rPr dirty="0" sz="1400" spc="-5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61D29"/>
                </a:solidFill>
                <a:latin typeface="Arial MT"/>
                <a:cs typeface="Arial MT"/>
              </a:rPr>
              <a:t>or</a:t>
            </a:r>
            <a:r>
              <a:rPr dirty="0" sz="1400" spc="-5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400" spc="-10">
                <a:solidFill>
                  <a:srgbClr val="161D29"/>
                </a:solidFill>
                <a:latin typeface="Arial MT"/>
                <a:cs typeface="Arial MT"/>
              </a:rPr>
              <a:t>IoT-</a:t>
            </a:r>
            <a:r>
              <a:rPr dirty="0" sz="1400">
                <a:solidFill>
                  <a:srgbClr val="161D29"/>
                </a:solidFill>
                <a:latin typeface="Arial MT"/>
                <a:cs typeface="Arial MT"/>
              </a:rPr>
              <a:t>based</a:t>
            </a:r>
            <a:r>
              <a:rPr dirty="0" sz="1400" spc="-5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400" spc="-10">
                <a:solidFill>
                  <a:srgbClr val="161D29"/>
                </a:solidFill>
                <a:latin typeface="Arial MT"/>
                <a:cs typeface="Arial MT"/>
              </a:rPr>
              <a:t>check-in/check-</a:t>
            </a:r>
            <a:r>
              <a:rPr dirty="0" sz="1400">
                <a:solidFill>
                  <a:srgbClr val="161D29"/>
                </a:solidFill>
                <a:latin typeface="Arial MT"/>
                <a:cs typeface="Arial MT"/>
              </a:rPr>
              <a:t>out</a:t>
            </a:r>
            <a:r>
              <a:rPr dirty="0" sz="1400" spc="-5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61D29"/>
                </a:solidFill>
                <a:latin typeface="Arial MT"/>
                <a:cs typeface="Arial MT"/>
              </a:rPr>
              <a:t>for</a:t>
            </a:r>
            <a:r>
              <a:rPr dirty="0" sz="1400" spc="-5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400" spc="-10">
                <a:solidFill>
                  <a:srgbClr val="161D29"/>
                </a:solidFill>
                <a:latin typeface="Arial MT"/>
                <a:cs typeface="Arial MT"/>
              </a:rPr>
              <a:t>booking verification.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81034" y="2829874"/>
            <a:ext cx="5313680" cy="1358900"/>
            <a:chOff x="681034" y="2829874"/>
            <a:chExt cx="5313680" cy="1358900"/>
          </a:xfrm>
        </p:grpSpPr>
        <p:sp>
          <p:nvSpPr>
            <p:cNvPr id="12" name="object 12"/>
            <p:cNvSpPr/>
            <p:nvPr/>
          </p:nvSpPr>
          <p:spPr>
            <a:xfrm>
              <a:off x="681034" y="2852861"/>
              <a:ext cx="5313680" cy="1336040"/>
            </a:xfrm>
            <a:custGeom>
              <a:avLst/>
              <a:gdLst/>
              <a:ahLst/>
              <a:cxnLst/>
              <a:rect l="l" t="t" r="r" b="b"/>
              <a:pathLst>
                <a:path w="5313680" h="1336039">
                  <a:moveTo>
                    <a:pt x="5090537" y="1335531"/>
                  </a:moveTo>
                  <a:lnTo>
                    <a:pt x="222630" y="1335531"/>
                  </a:lnTo>
                  <a:lnTo>
                    <a:pt x="178103" y="1330971"/>
                  </a:lnTo>
                  <a:lnTo>
                    <a:pt x="136473" y="1317908"/>
                  </a:lnTo>
                  <a:lnTo>
                    <a:pt x="98601" y="1297269"/>
                  </a:lnTo>
                  <a:lnTo>
                    <a:pt x="65557" y="1269983"/>
                  </a:lnTo>
                  <a:lnTo>
                    <a:pt x="38255" y="1236976"/>
                  </a:lnTo>
                  <a:lnTo>
                    <a:pt x="17615" y="1199175"/>
                  </a:lnTo>
                  <a:lnTo>
                    <a:pt x="4556" y="1157507"/>
                  </a:lnTo>
                  <a:lnTo>
                    <a:pt x="0" y="1112900"/>
                  </a:lnTo>
                  <a:lnTo>
                    <a:pt x="0" y="222630"/>
                  </a:lnTo>
                  <a:lnTo>
                    <a:pt x="4555" y="177987"/>
                  </a:lnTo>
                  <a:lnTo>
                    <a:pt x="17605" y="136302"/>
                  </a:lnTo>
                  <a:lnTo>
                    <a:pt x="38227" y="98499"/>
                  </a:lnTo>
                  <a:lnTo>
                    <a:pt x="65500" y="65500"/>
                  </a:lnTo>
                  <a:lnTo>
                    <a:pt x="98499" y="38227"/>
                  </a:lnTo>
                  <a:lnTo>
                    <a:pt x="136302" y="17605"/>
                  </a:lnTo>
                  <a:lnTo>
                    <a:pt x="177987" y="4555"/>
                  </a:lnTo>
                  <a:lnTo>
                    <a:pt x="222630" y="0"/>
                  </a:lnTo>
                  <a:lnTo>
                    <a:pt x="5090537" y="0"/>
                  </a:lnTo>
                  <a:lnTo>
                    <a:pt x="5135144" y="4555"/>
                  </a:lnTo>
                  <a:lnTo>
                    <a:pt x="5176812" y="17605"/>
                  </a:lnTo>
                  <a:lnTo>
                    <a:pt x="5214613" y="38227"/>
                  </a:lnTo>
                  <a:lnTo>
                    <a:pt x="5247621" y="65500"/>
                  </a:lnTo>
                  <a:lnTo>
                    <a:pt x="5274907" y="98499"/>
                  </a:lnTo>
                  <a:lnTo>
                    <a:pt x="5295545" y="136302"/>
                  </a:lnTo>
                  <a:lnTo>
                    <a:pt x="5308608" y="177987"/>
                  </a:lnTo>
                  <a:lnTo>
                    <a:pt x="5313168" y="222630"/>
                  </a:lnTo>
                  <a:lnTo>
                    <a:pt x="5313168" y="1112900"/>
                  </a:lnTo>
                  <a:lnTo>
                    <a:pt x="5308613" y="1157507"/>
                  </a:lnTo>
                  <a:lnTo>
                    <a:pt x="5295563" y="1199175"/>
                  </a:lnTo>
                  <a:lnTo>
                    <a:pt x="5274940" y="1236976"/>
                  </a:lnTo>
                  <a:lnTo>
                    <a:pt x="5247668" y="1269983"/>
                  </a:lnTo>
                  <a:lnTo>
                    <a:pt x="5214669" y="1297269"/>
                  </a:lnTo>
                  <a:lnTo>
                    <a:pt x="5176865" y="1317908"/>
                  </a:lnTo>
                  <a:lnTo>
                    <a:pt x="5135181" y="1330971"/>
                  </a:lnTo>
                  <a:lnTo>
                    <a:pt x="5090537" y="1335531"/>
                  </a:lnTo>
                  <a:close/>
                </a:path>
              </a:pathLst>
            </a:custGeom>
            <a:solidFill>
              <a:srgbClr val="000000">
                <a:alpha val="348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685733" y="2834700"/>
              <a:ext cx="5303520" cy="1325880"/>
            </a:xfrm>
            <a:custGeom>
              <a:avLst/>
              <a:gdLst/>
              <a:ahLst/>
              <a:cxnLst/>
              <a:rect l="l" t="t" r="r" b="b"/>
              <a:pathLst>
                <a:path w="5303520" h="1325879">
                  <a:moveTo>
                    <a:pt x="5082537" y="1325879"/>
                  </a:moveTo>
                  <a:lnTo>
                    <a:pt x="221106" y="1325879"/>
                  </a:lnTo>
                  <a:lnTo>
                    <a:pt x="176789" y="1321358"/>
                  </a:lnTo>
                  <a:lnTo>
                    <a:pt x="135411" y="1308407"/>
                  </a:lnTo>
                  <a:lnTo>
                    <a:pt x="97888" y="1287939"/>
                  </a:lnTo>
                  <a:lnTo>
                    <a:pt x="65135" y="1260871"/>
                  </a:lnTo>
                  <a:lnTo>
                    <a:pt x="38067" y="1228118"/>
                  </a:lnTo>
                  <a:lnTo>
                    <a:pt x="17599" y="1190594"/>
                  </a:lnTo>
                  <a:lnTo>
                    <a:pt x="4647" y="1149216"/>
                  </a:lnTo>
                  <a:lnTo>
                    <a:pt x="127" y="1104899"/>
                  </a:lnTo>
                  <a:lnTo>
                    <a:pt x="0" y="220979"/>
                  </a:lnTo>
                  <a:lnTo>
                    <a:pt x="4520" y="176662"/>
                  </a:lnTo>
                  <a:lnTo>
                    <a:pt x="17472" y="135284"/>
                  </a:lnTo>
                  <a:lnTo>
                    <a:pt x="37939" y="97761"/>
                  </a:lnTo>
                  <a:lnTo>
                    <a:pt x="65008" y="65008"/>
                  </a:lnTo>
                  <a:lnTo>
                    <a:pt x="97761" y="37940"/>
                  </a:lnTo>
                  <a:lnTo>
                    <a:pt x="135284" y="17472"/>
                  </a:lnTo>
                  <a:lnTo>
                    <a:pt x="176662" y="4520"/>
                  </a:lnTo>
                  <a:lnTo>
                    <a:pt x="220979" y="0"/>
                  </a:lnTo>
                  <a:lnTo>
                    <a:pt x="5082537" y="0"/>
                  </a:lnTo>
                  <a:lnTo>
                    <a:pt x="5126854" y="4520"/>
                  </a:lnTo>
                  <a:lnTo>
                    <a:pt x="5168232" y="17472"/>
                  </a:lnTo>
                  <a:lnTo>
                    <a:pt x="5205755" y="37940"/>
                  </a:lnTo>
                  <a:lnTo>
                    <a:pt x="5238508" y="65008"/>
                  </a:lnTo>
                  <a:lnTo>
                    <a:pt x="5265576" y="97761"/>
                  </a:lnTo>
                  <a:lnTo>
                    <a:pt x="5286044" y="135284"/>
                  </a:lnTo>
                  <a:lnTo>
                    <a:pt x="5298996" y="176662"/>
                  </a:lnTo>
                  <a:lnTo>
                    <a:pt x="5303517" y="220979"/>
                  </a:lnTo>
                  <a:lnTo>
                    <a:pt x="5303517" y="1104899"/>
                  </a:lnTo>
                  <a:lnTo>
                    <a:pt x="5298996" y="1149216"/>
                  </a:lnTo>
                  <a:lnTo>
                    <a:pt x="5286044" y="1190594"/>
                  </a:lnTo>
                  <a:lnTo>
                    <a:pt x="5265576" y="1228118"/>
                  </a:lnTo>
                  <a:lnTo>
                    <a:pt x="5238508" y="1260871"/>
                  </a:lnTo>
                  <a:lnTo>
                    <a:pt x="5205755" y="1287939"/>
                  </a:lnTo>
                  <a:lnTo>
                    <a:pt x="5168232" y="1308407"/>
                  </a:lnTo>
                  <a:lnTo>
                    <a:pt x="5126854" y="1321358"/>
                  </a:lnTo>
                  <a:lnTo>
                    <a:pt x="5082537" y="1325879"/>
                  </a:lnTo>
                  <a:close/>
                </a:path>
              </a:pathLst>
            </a:custGeom>
            <a:solidFill>
              <a:srgbClr val="F4F7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681034" y="2829874"/>
              <a:ext cx="5313680" cy="1336040"/>
            </a:xfrm>
            <a:custGeom>
              <a:avLst/>
              <a:gdLst/>
              <a:ahLst/>
              <a:cxnLst/>
              <a:rect l="l" t="t" r="r" b="b"/>
              <a:pathLst>
                <a:path w="5313680" h="1336039">
                  <a:moveTo>
                    <a:pt x="5087362" y="1335531"/>
                  </a:moveTo>
                  <a:lnTo>
                    <a:pt x="5087362" y="1330907"/>
                  </a:lnTo>
                  <a:lnTo>
                    <a:pt x="180632" y="1330907"/>
                  </a:lnTo>
                  <a:lnTo>
                    <a:pt x="138408" y="1317662"/>
                  </a:lnTo>
                  <a:lnTo>
                    <a:pt x="100003" y="1296734"/>
                  </a:lnTo>
                  <a:lnTo>
                    <a:pt x="66497" y="1269062"/>
                  </a:lnTo>
                  <a:lnTo>
                    <a:pt x="38817" y="1235587"/>
                  </a:lnTo>
                  <a:lnTo>
                    <a:pt x="17890" y="1197246"/>
                  </a:lnTo>
                  <a:lnTo>
                    <a:pt x="4646" y="1154979"/>
                  </a:lnTo>
                  <a:lnTo>
                    <a:pt x="12" y="1109725"/>
                  </a:lnTo>
                  <a:lnTo>
                    <a:pt x="0" y="225805"/>
                  </a:lnTo>
                  <a:lnTo>
                    <a:pt x="4618" y="180515"/>
                  </a:lnTo>
                  <a:lnTo>
                    <a:pt x="17851" y="138231"/>
                  </a:lnTo>
                  <a:lnTo>
                    <a:pt x="38763" y="99888"/>
                  </a:lnTo>
                  <a:lnTo>
                    <a:pt x="66420" y="66421"/>
                  </a:lnTo>
                  <a:lnTo>
                    <a:pt x="99888" y="38763"/>
                  </a:lnTo>
                  <a:lnTo>
                    <a:pt x="138231" y="17851"/>
                  </a:lnTo>
                  <a:lnTo>
                    <a:pt x="180515" y="4618"/>
                  </a:lnTo>
                  <a:lnTo>
                    <a:pt x="225805" y="0"/>
                  </a:lnTo>
                  <a:lnTo>
                    <a:pt x="225805" y="4618"/>
                  </a:lnTo>
                  <a:lnTo>
                    <a:pt x="5132794" y="4618"/>
                  </a:lnTo>
                  <a:lnTo>
                    <a:pt x="5148288" y="9524"/>
                  </a:lnTo>
                  <a:lnTo>
                    <a:pt x="225805" y="9524"/>
                  </a:lnTo>
                  <a:lnTo>
                    <a:pt x="176476" y="15280"/>
                  </a:lnTo>
                  <a:lnTo>
                    <a:pt x="131054" y="31653"/>
                  </a:lnTo>
                  <a:lnTo>
                    <a:pt x="90881" y="57301"/>
                  </a:lnTo>
                  <a:lnTo>
                    <a:pt x="57300" y="90882"/>
                  </a:lnTo>
                  <a:lnTo>
                    <a:pt x="31653" y="131054"/>
                  </a:lnTo>
                  <a:lnTo>
                    <a:pt x="15280" y="176476"/>
                  </a:lnTo>
                  <a:lnTo>
                    <a:pt x="9524" y="225805"/>
                  </a:lnTo>
                  <a:lnTo>
                    <a:pt x="9524" y="1109725"/>
                  </a:lnTo>
                  <a:lnTo>
                    <a:pt x="15280" y="1159055"/>
                  </a:lnTo>
                  <a:lnTo>
                    <a:pt x="31653" y="1204477"/>
                  </a:lnTo>
                  <a:lnTo>
                    <a:pt x="57300" y="1244649"/>
                  </a:lnTo>
                  <a:lnTo>
                    <a:pt x="90881" y="1278230"/>
                  </a:lnTo>
                  <a:lnTo>
                    <a:pt x="131054" y="1303878"/>
                  </a:lnTo>
                  <a:lnTo>
                    <a:pt x="176476" y="1320250"/>
                  </a:lnTo>
                  <a:lnTo>
                    <a:pt x="225805" y="1326006"/>
                  </a:lnTo>
                  <a:lnTo>
                    <a:pt x="5148299" y="1326006"/>
                  </a:lnTo>
                  <a:lnTo>
                    <a:pt x="5132653" y="1330907"/>
                  </a:lnTo>
                  <a:lnTo>
                    <a:pt x="5087362" y="1335531"/>
                  </a:lnTo>
                  <a:close/>
                </a:path>
                <a:path w="5313680" h="1336039">
                  <a:moveTo>
                    <a:pt x="5087362" y="4618"/>
                  </a:moveTo>
                  <a:lnTo>
                    <a:pt x="225805" y="4618"/>
                  </a:lnTo>
                  <a:lnTo>
                    <a:pt x="225805" y="0"/>
                  </a:lnTo>
                  <a:lnTo>
                    <a:pt x="5087362" y="0"/>
                  </a:lnTo>
                  <a:lnTo>
                    <a:pt x="5087362" y="4618"/>
                  </a:lnTo>
                  <a:close/>
                </a:path>
                <a:path w="5313680" h="1336039">
                  <a:moveTo>
                    <a:pt x="5132616" y="4618"/>
                  </a:moveTo>
                  <a:lnTo>
                    <a:pt x="5087362" y="4618"/>
                  </a:lnTo>
                  <a:lnTo>
                    <a:pt x="5087362" y="0"/>
                  </a:lnTo>
                  <a:lnTo>
                    <a:pt x="5132616" y="4618"/>
                  </a:lnTo>
                  <a:close/>
                </a:path>
                <a:path w="5313680" h="1336039">
                  <a:moveTo>
                    <a:pt x="5148299" y="1326006"/>
                  </a:moveTo>
                  <a:lnTo>
                    <a:pt x="5087362" y="1326006"/>
                  </a:lnTo>
                  <a:lnTo>
                    <a:pt x="5136692" y="1320250"/>
                  </a:lnTo>
                  <a:lnTo>
                    <a:pt x="5182114" y="1303878"/>
                  </a:lnTo>
                  <a:lnTo>
                    <a:pt x="5222286" y="1278230"/>
                  </a:lnTo>
                  <a:lnTo>
                    <a:pt x="5255867" y="1244649"/>
                  </a:lnTo>
                  <a:lnTo>
                    <a:pt x="5281515" y="1204477"/>
                  </a:lnTo>
                  <a:lnTo>
                    <a:pt x="5297888" y="1159055"/>
                  </a:lnTo>
                  <a:lnTo>
                    <a:pt x="5303643" y="1109725"/>
                  </a:lnTo>
                  <a:lnTo>
                    <a:pt x="5303643" y="225805"/>
                  </a:lnTo>
                  <a:lnTo>
                    <a:pt x="5297888" y="176476"/>
                  </a:lnTo>
                  <a:lnTo>
                    <a:pt x="5281515" y="131054"/>
                  </a:lnTo>
                  <a:lnTo>
                    <a:pt x="5255867" y="90882"/>
                  </a:lnTo>
                  <a:lnTo>
                    <a:pt x="5222286" y="57301"/>
                  </a:lnTo>
                  <a:lnTo>
                    <a:pt x="5182114" y="31653"/>
                  </a:lnTo>
                  <a:lnTo>
                    <a:pt x="5136692" y="15280"/>
                  </a:lnTo>
                  <a:lnTo>
                    <a:pt x="5087362" y="9524"/>
                  </a:lnTo>
                  <a:lnTo>
                    <a:pt x="5148288" y="9524"/>
                  </a:lnTo>
                  <a:lnTo>
                    <a:pt x="5213224" y="38763"/>
                  </a:lnTo>
                  <a:lnTo>
                    <a:pt x="5246700" y="66421"/>
                  </a:lnTo>
                  <a:lnTo>
                    <a:pt x="5274371" y="99888"/>
                  </a:lnTo>
                  <a:lnTo>
                    <a:pt x="5295299" y="138231"/>
                  </a:lnTo>
                  <a:lnTo>
                    <a:pt x="5308545" y="180515"/>
                  </a:lnTo>
                  <a:lnTo>
                    <a:pt x="5313168" y="225805"/>
                  </a:lnTo>
                  <a:lnTo>
                    <a:pt x="5313168" y="1109725"/>
                  </a:lnTo>
                  <a:lnTo>
                    <a:pt x="5308550" y="1154979"/>
                  </a:lnTo>
                  <a:lnTo>
                    <a:pt x="5295317" y="1197246"/>
                  </a:lnTo>
                  <a:lnTo>
                    <a:pt x="5274405" y="1235587"/>
                  </a:lnTo>
                  <a:lnTo>
                    <a:pt x="5246747" y="1269062"/>
                  </a:lnTo>
                  <a:lnTo>
                    <a:pt x="5213280" y="1296734"/>
                  </a:lnTo>
                  <a:lnTo>
                    <a:pt x="5174937" y="1317662"/>
                  </a:lnTo>
                  <a:lnTo>
                    <a:pt x="5148299" y="1326006"/>
                  </a:lnTo>
                  <a:close/>
                </a:path>
                <a:path w="5313680" h="1336039">
                  <a:moveTo>
                    <a:pt x="225805" y="1335531"/>
                  </a:moveTo>
                  <a:lnTo>
                    <a:pt x="180872" y="1330907"/>
                  </a:lnTo>
                  <a:lnTo>
                    <a:pt x="225805" y="1330907"/>
                  </a:lnTo>
                  <a:lnTo>
                    <a:pt x="225805" y="1335531"/>
                  </a:lnTo>
                  <a:close/>
                </a:path>
                <a:path w="5313680" h="1336039">
                  <a:moveTo>
                    <a:pt x="5087362" y="1335531"/>
                  </a:moveTo>
                  <a:lnTo>
                    <a:pt x="225805" y="1335531"/>
                  </a:lnTo>
                  <a:lnTo>
                    <a:pt x="225805" y="1330907"/>
                  </a:lnTo>
                  <a:lnTo>
                    <a:pt x="5087362" y="1330907"/>
                  </a:lnTo>
                  <a:lnTo>
                    <a:pt x="5087362" y="1335531"/>
                  </a:lnTo>
                  <a:close/>
                </a:path>
              </a:pathLst>
            </a:custGeom>
            <a:solidFill>
              <a:srgbClr val="DBE3E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685860" y="4160453"/>
              <a:ext cx="73660" cy="23495"/>
            </a:xfrm>
            <a:custGeom>
              <a:avLst/>
              <a:gdLst/>
              <a:ahLst/>
              <a:cxnLst/>
              <a:rect l="l" t="t" r="r" b="b"/>
              <a:pathLst>
                <a:path w="73659" h="23495">
                  <a:moveTo>
                    <a:pt x="0" y="23113"/>
                  </a:moveTo>
                  <a:lnTo>
                    <a:pt x="73151" y="23113"/>
                  </a:lnTo>
                  <a:lnTo>
                    <a:pt x="73151" y="0"/>
                  </a:lnTo>
                  <a:lnTo>
                    <a:pt x="0" y="0"/>
                  </a:lnTo>
                  <a:lnTo>
                    <a:pt x="0" y="23113"/>
                  </a:lnTo>
                  <a:close/>
                </a:path>
              </a:pathLst>
            </a:custGeom>
            <a:solidFill>
              <a:srgbClr val="000000">
                <a:alpha val="348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685860" y="2834573"/>
              <a:ext cx="73660" cy="1325880"/>
            </a:xfrm>
            <a:custGeom>
              <a:avLst/>
              <a:gdLst/>
              <a:ahLst/>
              <a:cxnLst/>
              <a:rect l="l" t="t" r="r" b="b"/>
              <a:pathLst>
                <a:path w="73659" h="1325879">
                  <a:moveTo>
                    <a:pt x="73151" y="1325879"/>
                  </a:moveTo>
                  <a:lnTo>
                    <a:pt x="0" y="1325879"/>
                  </a:lnTo>
                  <a:lnTo>
                    <a:pt x="0" y="0"/>
                  </a:lnTo>
                  <a:lnTo>
                    <a:pt x="73151" y="0"/>
                  </a:lnTo>
                  <a:lnTo>
                    <a:pt x="73151" y="1325879"/>
                  </a:lnTo>
                  <a:close/>
                </a:path>
              </a:pathLst>
            </a:custGeom>
            <a:solidFill>
              <a:srgbClr val="1A905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4" name="object 44"/>
          <p:cNvSpPr txBox="1"/>
          <p:nvPr/>
        </p:nvSpPr>
        <p:spPr>
          <a:xfrm>
            <a:off x="974851" y="3081458"/>
            <a:ext cx="4471670" cy="578485"/>
          </a:xfrm>
          <a:prstGeom prst="rect">
            <a:avLst/>
          </a:prstGeom>
        </p:spPr>
        <p:txBody>
          <a:bodyPr wrap="square" lIns="0" tIns="565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dirty="0" sz="1700" b="1" i="1">
                <a:solidFill>
                  <a:srgbClr val="092649"/>
                </a:solidFill>
                <a:latin typeface="Arial"/>
                <a:cs typeface="Arial"/>
              </a:rPr>
              <a:t>Predictive</a:t>
            </a:r>
            <a:r>
              <a:rPr dirty="0" sz="1700" spc="-85" b="1" i="1">
                <a:solidFill>
                  <a:srgbClr val="092649"/>
                </a:solidFill>
                <a:latin typeface="Arial"/>
                <a:cs typeface="Arial"/>
              </a:rPr>
              <a:t> </a:t>
            </a:r>
            <a:r>
              <a:rPr dirty="0" sz="1700" b="1" i="1">
                <a:solidFill>
                  <a:srgbClr val="092649"/>
                </a:solidFill>
                <a:latin typeface="Arial"/>
                <a:cs typeface="Arial"/>
              </a:rPr>
              <a:t>Demand</a:t>
            </a:r>
            <a:r>
              <a:rPr dirty="0" sz="1700" spc="-85" b="1" i="1">
                <a:solidFill>
                  <a:srgbClr val="092649"/>
                </a:solidFill>
                <a:latin typeface="Arial"/>
                <a:cs typeface="Arial"/>
              </a:rPr>
              <a:t> </a:t>
            </a:r>
            <a:r>
              <a:rPr dirty="0" sz="1700" spc="-10" b="1" i="1">
                <a:solidFill>
                  <a:srgbClr val="092649"/>
                </a:solidFill>
                <a:latin typeface="Arial"/>
                <a:cs typeface="Arial"/>
              </a:rPr>
              <a:t>Forecasting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dirty="0" sz="1400">
                <a:solidFill>
                  <a:srgbClr val="161D29"/>
                </a:solidFill>
                <a:latin typeface="Arial MT"/>
                <a:cs typeface="Arial MT"/>
              </a:rPr>
              <a:t>Use</a:t>
            </a:r>
            <a:r>
              <a:rPr dirty="0" sz="1400" spc="-30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61D29"/>
                </a:solidFill>
                <a:latin typeface="Arial MT"/>
                <a:cs typeface="Arial MT"/>
              </a:rPr>
              <a:t>booking</a:t>
            </a:r>
            <a:r>
              <a:rPr dirty="0" sz="1400" spc="-30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61D29"/>
                </a:solidFill>
                <a:latin typeface="Arial MT"/>
                <a:cs typeface="Arial MT"/>
              </a:rPr>
              <a:t>patterns,</a:t>
            </a:r>
            <a:r>
              <a:rPr dirty="0" sz="1400" spc="-25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61D29"/>
                </a:solidFill>
                <a:latin typeface="Arial MT"/>
                <a:cs typeface="Arial MT"/>
              </a:rPr>
              <a:t>time,</a:t>
            </a:r>
            <a:r>
              <a:rPr dirty="0" sz="1400" spc="-30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61D29"/>
                </a:solidFill>
                <a:latin typeface="Arial MT"/>
                <a:cs typeface="Arial MT"/>
              </a:rPr>
              <a:t>events,</a:t>
            </a:r>
            <a:r>
              <a:rPr dirty="0" sz="1400" spc="-30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61D29"/>
                </a:solidFill>
                <a:latin typeface="Arial MT"/>
                <a:cs typeface="Arial MT"/>
              </a:rPr>
              <a:t>and</a:t>
            </a:r>
            <a:r>
              <a:rPr dirty="0" sz="1400" spc="-25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61D29"/>
                </a:solidFill>
                <a:latin typeface="Arial MT"/>
                <a:cs typeface="Arial MT"/>
              </a:rPr>
              <a:t>location</a:t>
            </a:r>
            <a:r>
              <a:rPr dirty="0" sz="1400" spc="-30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400" spc="-10">
                <a:solidFill>
                  <a:srgbClr val="161D29"/>
                </a:solidFill>
                <a:latin typeface="Arial MT"/>
                <a:cs typeface="Arial MT"/>
              </a:rPr>
              <a:t>signals.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6304593" y="2829874"/>
            <a:ext cx="5313680" cy="1358900"/>
            <a:chOff x="6304593" y="2829874"/>
            <a:chExt cx="5313680" cy="1358900"/>
          </a:xfrm>
        </p:grpSpPr>
        <p:sp>
          <p:nvSpPr>
            <p:cNvPr id="30" name="object 30"/>
            <p:cNvSpPr/>
            <p:nvPr/>
          </p:nvSpPr>
          <p:spPr>
            <a:xfrm>
              <a:off x="6304593" y="2852861"/>
              <a:ext cx="5313680" cy="1336040"/>
            </a:xfrm>
            <a:custGeom>
              <a:avLst/>
              <a:gdLst/>
              <a:ahLst/>
              <a:cxnLst/>
              <a:rect l="l" t="t" r="r" b="b"/>
              <a:pathLst>
                <a:path w="5313680" h="1336039">
                  <a:moveTo>
                    <a:pt x="5090537" y="1335531"/>
                  </a:moveTo>
                  <a:lnTo>
                    <a:pt x="222631" y="1335531"/>
                  </a:lnTo>
                  <a:lnTo>
                    <a:pt x="178103" y="1330971"/>
                  </a:lnTo>
                  <a:lnTo>
                    <a:pt x="136473" y="1317908"/>
                  </a:lnTo>
                  <a:lnTo>
                    <a:pt x="98601" y="1297269"/>
                  </a:lnTo>
                  <a:lnTo>
                    <a:pt x="65557" y="1269983"/>
                  </a:lnTo>
                  <a:lnTo>
                    <a:pt x="38255" y="1236976"/>
                  </a:lnTo>
                  <a:lnTo>
                    <a:pt x="17615" y="1199175"/>
                  </a:lnTo>
                  <a:lnTo>
                    <a:pt x="4556" y="1157507"/>
                  </a:lnTo>
                  <a:lnTo>
                    <a:pt x="0" y="1112900"/>
                  </a:lnTo>
                  <a:lnTo>
                    <a:pt x="0" y="222630"/>
                  </a:lnTo>
                  <a:lnTo>
                    <a:pt x="4555" y="177987"/>
                  </a:lnTo>
                  <a:lnTo>
                    <a:pt x="17605" y="136302"/>
                  </a:lnTo>
                  <a:lnTo>
                    <a:pt x="38228" y="98499"/>
                  </a:lnTo>
                  <a:lnTo>
                    <a:pt x="65500" y="65500"/>
                  </a:lnTo>
                  <a:lnTo>
                    <a:pt x="98499" y="38227"/>
                  </a:lnTo>
                  <a:lnTo>
                    <a:pt x="136303" y="17605"/>
                  </a:lnTo>
                  <a:lnTo>
                    <a:pt x="177987" y="4555"/>
                  </a:lnTo>
                  <a:lnTo>
                    <a:pt x="222631" y="0"/>
                  </a:lnTo>
                  <a:lnTo>
                    <a:pt x="5090537" y="0"/>
                  </a:lnTo>
                  <a:lnTo>
                    <a:pt x="5135144" y="4555"/>
                  </a:lnTo>
                  <a:lnTo>
                    <a:pt x="5176812" y="17605"/>
                  </a:lnTo>
                  <a:lnTo>
                    <a:pt x="5214613" y="38227"/>
                  </a:lnTo>
                  <a:lnTo>
                    <a:pt x="5247620" y="65500"/>
                  </a:lnTo>
                  <a:lnTo>
                    <a:pt x="5274906" y="98499"/>
                  </a:lnTo>
                  <a:lnTo>
                    <a:pt x="5295545" y="136302"/>
                  </a:lnTo>
                  <a:lnTo>
                    <a:pt x="5308607" y="177987"/>
                  </a:lnTo>
                  <a:lnTo>
                    <a:pt x="5313168" y="222630"/>
                  </a:lnTo>
                  <a:lnTo>
                    <a:pt x="5313168" y="1112900"/>
                  </a:lnTo>
                  <a:lnTo>
                    <a:pt x="5308613" y="1157507"/>
                  </a:lnTo>
                  <a:lnTo>
                    <a:pt x="5295562" y="1199175"/>
                  </a:lnTo>
                  <a:lnTo>
                    <a:pt x="5274940" y="1236976"/>
                  </a:lnTo>
                  <a:lnTo>
                    <a:pt x="5247668" y="1269983"/>
                  </a:lnTo>
                  <a:lnTo>
                    <a:pt x="5214669" y="1297269"/>
                  </a:lnTo>
                  <a:lnTo>
                    <a:pt x="5176865" y="1317908"/>
                  </a:lnTo>
                  <a:lnTo>
                    <a:pt x="5135181" y="1330971"/>
                  </a:lnTo>
                  <a:lnTo>
                    <a:pt x="5090537" y="1335531"/>
                  </a:lnTo>
                  <a:close/>
                </a:path>
              </a:pathLst>
            </a:custGeom>
            <a:solidFill>
              <a:srgbClr val="000000">
                <a:alpha val="348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6309419" y="2834700"/>
              <a:ext cx="5303520" cy="1325880"/>
            </a:xfrm>
            <a:custGeom>
              <a:avLst/>
              <a:gdLst/>
              <a:ahLst/>
              <a:cxnLst/>
              <a:rect l="l" t="t" r="r" b="b"/>
              <a:pathLst>
                <a:path w="5303520" h="1325879">
                  <a:moveTo>
                    <a:pt x="5082536" y="1325879"/>
                  </a:moveTo>
                  <a:lnTo>
                    <a:pt x="220979" y="1325879"/>
                  </a:lnTo>
                  <a:lnTo>
                    <a:pt x="176661" y="1321358"/>
                  </a:lnTo>
                  <a:lnTo>
                    <a:pt x="135284" y="1308407"/>
                  </a:lnTo>
                  <a:lnTo>
                    <a:pt x="97761" y="1287939"/>
                  </a:lnTo>
                  <a:lnTo>
                    <a:pt x="65007" y="1260871"/>
                  </a:lnTo>
                  <a:lnTo>
                    <a:pt x="37939" y="1228118"/>
                  </a:lnTo>
                  <a:lnTo>
                    <a:pt x="17472" y="1190594"/>
                  </a:lnTo>
                  <a:lnTo>
                    <a:pt x="4520" y="1149216"/>
                  </a:lnTo>
                  <a:lnTo>
                    <a:pt x="0" y="1104899"/>
                  </a:lnTo>
                  <a:lnTo>
                    <a:pt x="0" y="220979"/>
                  </a:lnTo>
                  <a:lnTo>
                    <a:pt x="4520" y="176662"/>
                  </a:lnTo>
                  <a:lnTo>
                    <a:pt x="17472" y="135284"/>
                  </a:lnTo>
                  <a:lnTo>
                    <a:pt x="37939" y="97761"/>
                  </a:lnTo>
                  <a:lnTo>
                    <a:pt x="65007" y="65008"/>
                  </a:lnTo>
                  <a:lnTo>
                    <a:pt x="97761" y="37940"/>
                  </a:lnTo>
                  <a:lnTo>
                    <a:pt x="135284" y="17472"/>
                  </a:lnTo>
                  <a:lnTo>
                    <a:pt x="176661" y="4520"/>
                  </a:lnTo>
                  <a:lnTo>
                    <a:pt x="220979" y="0"/>
                  </a:lnTo>
                  <a:lnTo>
                    <a:pt x="5082536" y="0"/>
                  </a:lnTo>
                  <a:lnTo>
                    <a:pt x="5126853" y="4520"/>
                  </a:lnTo>
                  <a:lnTo>
                    <a:pt x="5168231" y="17472"/>
                  </a:lnTo>
                  <a:lnTo>
                    <a:pt x="5205754" y="37940"/>
                  </a:lnTo>
                  <a:lnTo>
                    <a:pt x="5238508" y="65008"/>
                  </a:lnTo>
                  <a:lnTo>
                    <a:pt x="5265576" y="97761"/>
                  </a:lnTo>
                  <a:lnTo>
                    <a:pt x="5286043" y="135284"/>
                  </a:lnTo>
                  <a:lnTo>
                    <a:pt x="5298995" y="176662"/>
                  </a:lnTo>
                  <a:lnTo>
                    <a:pt x="5303516" y="220979"/>
                  </a:lnTo>
                  <a:lnTo>
                    <a:pt x="5303516" y="1104899"/>
                  </a:lnTo>
                  <a:lnTo>
                    <a:pt x="5298995" y="1149216"/>
                  </a:lnTo>
                  <a:lnTo>
                    <a:pt x="5286043" y="1190594"/>
                  </a:lnTo>
                  <a:lnTo>
                    <a:pt x="5265576" y="1228118"/>
                  </a:lnTo>
                  <a:lnTo>
                    <a:pt x="5238508" y="1260871"/>
                  </a:lnTo>
                  <a:lnTo>
                    <a:pt x="5205754" y="1287939"/>
                  </a:lnTo>
                  <a:lnTo>
                    <a:pt x="5168231" y="1308407"/>
                  </a:lnTo>
                  <a:lnTo>
                    <a:pt x="5126853" y="1321358"/>
                  </a:lnTo>
                  <a:lnTo>
                    <a:pt x="5082536" y="1325879"/>
                  </a:lnTo>
                  <a:close/>
                </a:path>
              </a:pathLst>
            </a:custGeom>
            <a:solidFill>
              <a:srgbClr val="F4F7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6304593" y="2829874"/>
              <a:ext cx="5313680" cy="1336040"/>
            </a:xfrm>
            <a:custGeom>
              <a:avLst/>
              <a:gdLst/>
              <a:ahLst/>
              <a:cxnLst/>
              <a:rect l="l" t="t" r="r" b="b"/>
              <a:pathLst>
                <a:path w="5313680" h="1336039">
                  <a:moveTo>
                    <a:pt x="5087362" y="1335531"/>
                  </a:moveTo>
                  <a:lnTo>
                    <a:pt x="5087362" y="1330907"/>
                  </a:lnTo>
                  <a:lnTo>
                    <a:pt x="180632" y="1330907"/>
                  </a:lnTo>
                  <a:lnTo>
                    <a:pt x="138408" y="1317662"/>
                  </a:lnTo>
                  <a:lnTo>
                    <a:pt x="100003" y="1296734"/>
                  </a:lnTo>
                  <a:lnTo>
                    <a:pt x="66497" y="1269062"/>
                  </a:lnTo>
                  <a:lnTo>
                    <a:pt x="38817" y="1235587"/>
                  </a:lnTo>
                  <a:lnTo>
                    <a:pt x="17890" y="1197246"/>
                  </a:lnTo>
                  <a:lnTo>
                    <a:pt x="4646" y="1154979"/>
                  </a:lnTo>
                  <a:lnTo>
                    <a:pt x="12" y="1109725"/>
                  </a:lnTo>
                  <a:lnTo>
                    <a:pt x="0" y="225805"/>
                  </a:lnTo>
                  <a:lnTo>
                    <a:pt x="4618" y="180515"/>
                  </a:lnTo>
                  <a:lnTo>
                    <a:pt x="17851" y="138231"/>
                  </a:lnTo>
                  <a:lnTo>
                    <a:pt x="38763" y="99888"/>
                  </a:lnTo>
                  <a:lnTo>
                    <a:pt x="66420" y="66421"/>
                  </a:lnTo>
                  <a:lnTo>
                    <a:pt x="99888" y="38763"/>
                  </a:lnTo>
                  <a:lnTo>
                    <a:pt x="138231" y="17851"/>
                  </a:lnTo>
                  <a:lnTo>
                    <a:pt x="180515" y="4618"/>
                  </a:lnTo>
                  <a:lnTo>
                    <a:pt x="225805" y="0"/>
                  </a:lnTo>
                  <a:lnTo>
                    <a:pt x="225805" y="4618"/>
                  </a:lnTo>
                  <a:lnTo>
                    <a:pt x="5132794" y="4618"/>
                  </a:lnTo>
                  <a:lnTo>
                    <a:pt x="5148287" y="9524"/>
                  </a:lnTo>
                  <a:lnTo>
                    <a:pt x="225805" y="9524"/>
                  </a:lnTo>
                  <a:lnTo>
                    <a:pt x="176476" y="15280"/>
                  </a:lnTo>
                  <a:lnTo>
                    <a:pt x="131054" y="31653"/>
                  </a:lnTo>
                  <a:lnTo>
                    <a:pt x="90881" y="57301"/>
                  </a:lnTo>
                  <a:lnTo>
                    <a:pt x="57301" y="90882"/>
                  </a:lnTo>
                  <a:lnTo>
                    <a:pt x="31653" y="131054"/>
                  </a:lnTo>
                  <a:lnTo>
                    <a:pt x="15280" y="176476"/>
                  </a:lnTo>
                  <a:lnTo>
                    <a:pt x="9524" y="225805"/>
                  </a:lnTo>
                  <a:lnTo>
                    <a:pt x="9524" y="1109725"/>
                  </a:lnTo>
                  <a:lnTo>
                    <a:pt x="15280" y="1159055"/>
                  </a:lnTo>
                  <a:lnTo>
                    <a:pt x="31653" y="1204477"/>
                  </a:lnTo>
                  <a:lnTo>
                    <a:pt x="57301" y="1244649"/>
                  </a:lnTo>
                  <a:lnTo>
                    <a:pt x="90881" y="1278230"/>
                  </a:lnTo>
                  <a:lnTo>
                    <a:pt x="131054" y="1303878"/>
                  </a:lnTo>
                  <a:lnTo>
                    <a:pt x="176476" y="1320250"/>
                  </a:lnTo>
                  <a:lnTo>
                    <a:pt x="225805" y="1326006"/>
                  </a:lnTo>
                  <a:lnTo>
                    <a:pt x="5148298" y="1326006"/>
                  </a:lnTo>
                  <a:lnTo>
                    <a:pt x="5132652" y="1330907"/>
                  </a:lnTo>
                  <a:lnTo>
                    <a:pt x="5087362" y="1335531"/>
                  </a:lnTo>
                  <a:close/>
                </a:path>
                <a:path w="5313680" h="1336039">
                  <a:moveTo>
                    <a:pt x="5087362" y="4618"/>
                  </a:moveTo>
                  <a:lnTo>
                    <a:pt x="225805" y="4618"/>
                  </a:lnTo>
                  <a:lnTo>
                    <a:pt x="225805" y="0"/>
                  </a:lnTo>
                  <a:lnTo>
                    <a:pt x="5087362" y="0"/>
                  </a:lnTo>
                  <a:lnTo>
                    <a:pt x="5087362" y="4618"/>
                  </a:lnTo>
                  <a:close/>
                </a:path>
                <a:path w="5313680" h="1336039">
                  <a:moveTo>
                    <a:pt x="5132616" y="4618"/>
                  </a:moveTo>
                  <a:lnTo>
                    <a:pt x="5087362" y="4618"/>
                  </a:lnTo>
                  <a:lnTo>
                    <a:pt x="5087362" y="0"/>
                  </a:lnTo>
                  <a:lnTo>
                    <a:pt x="5132616" y="4618"/>
                  </a:lnTo>
                  <a:close/>
                </a:path>
                <a:path w="5313680" h="1336039">
                  <a:moveTo>
                    <a:pt x="5148298" y="1326006"/>
                  </a:moveTo>
                  <a:lnTo>
                    <a:pt x="5087362" y="1326006"/>
                  </a:lnTo>
                  <a:lnTo>
                    <a:pt x="5136692" y="1320250"/>
                  </a:lnTo>
                  <a:lnTo>
                    <a:pt x="5182114" y="1303878"/>
                  </a:lnTo>
                  <a:lnTo>
                    <a:pt x="5222286" y="1278230"/>
                  </a:lnTo>
                  <a:lnTo>
                    <a:pt x="5255867" y="1244649"/>
                  </a:lnTo>
                  <a:lnTo>
                    <a:pt x="5281515" y="1204477"/>
                  </a:lnTo>
                  <a:lnTo>
                    <a:pt x="5297888" y="1159055"/>
                  </a:lnTo>
                  <a:lnTo>
                    <a:pt x="5303644" y="1109725"/>
                  </a:lnTo>
                  <a:lnTo>
                    <a:pt x="5303644" y="225805"/>
                  </a:lnTo>
                  <a:lnTo>
                    <a:pt x="5297888" y="176476"/>
                  </a:lnTo>
                  <a:lnTo>
                    <a:pt x="5281515" y="131054"/>
                  </a:lnTo>
                  <a:lnTo>
                    <a:pt x="5255867" y="90882"/>
                  </a:lnTo>
                  <a:lnTo>
                    <a:pt x="5222286" y="57301"/>
                  </a:lnTo>
                  <a:lnTo>
                    <a:pt x="5182114" y="31653"/>
                  </a:lnTo>
                  <a:lnTo>
                    <a:pt x="5136692" y="15280"/>
                  </a:lnTo>
                  <a:lnTo>
                    <a:pt x="5087362" y="9524"/>
                  </a:lnTo>
                  <a:lnTo>
                    <a:pt x="5148287" y="9524"/>
                  </a:lnTo>
                  <a:lnTo>
                    <a:pt x="5213224" y="38763"/>
                  </a:lnTo>
                  <a:lnTo>
                    <a:pt x="5246699" y="66421"/>
                  </a:lnTo>
                  <a:lnTo>
                    <a:pt x="5274371" y="99888"/>
                  </a:lnTo>
                  <a:lnTo>
                    <a:pt x="5295298" y="138231"/>
                  </a:lnTo>
                  <a:lnTo>
                    <a:pt x="5308544" y="180515"/>
                  </a:lnTo>
                  <a:lnTo>
                    <a:pt x="5313168" y="225805"/>
                  </a:lnTo>
                  <a:lnTo>
                    <a:pt x="5313168" y="1109725"/>
                  </a:lnTo>
                  <a:lnTo>
                    <a:pt x="5308549" y="1154979"/>
                  </a:lnTo>
                  <a:lnTo>
                    <a:pt x="5295316" y="1197246"/>
                  </a:lnTo>
                  <a:lnTo>
                    <a:pt x="5274404" y="1235587"/>
                  </a:lnTo>
                  <a:lnTo>
                    <a:pt x="5246747" y="1269062"/>
                  </a:lnTo>
                  <a:lnTo>
                    <a:pt x="5213279" y="1296734"/>
                  </a:lnTo>
                  <a:lnTo>
                    <a:pt x="5174936" y="1317662"/>
                  </a:lnTo>
                  <a:lnTo>
                    <a:pt x="5148298" y="1326006"/>
                  </a:lnTo>
                  <a:close/>
                </a:path>
                <a:path w="5313680" h="1336039">
                  <a:moveTo>
                    <a:pt x="225805" y="1335531"/>
                  </a:moveTo>
                  <a:lnTo>
                    <a:pt x="180872" y="1330907"/>
                  </a:lnTo>
                  <a:lnTo>
                    <a:pt x="225805" y="1330907"/>
                  </a:lnTo>
                  <a:lnTo>
                    <a:pt x="225805" y="1335531"/>
                  </a:lnTo>
                  <a:close/>
                </a:path>
                <a:path w="5313680" h="1336039">
                  <a:moveTo>
                    <a:pt x="5087362" y="1335531"/>
                  </a:moveTo>
                  <a:lnTo>
                    <a:pt x="225805" y="1335531"/>
                  </a:lnTo>
                  <a:lnTo>
                    <a:pt x="225805" y="1330907"/>
                  </a:lnTo>
                  <a:lnTo>
                    <a:pt x="5087362" y="1330907"/>
                  </a:lnTo>
                  <a:lnTo>
                    <a:pt x="5087362" y="1335531"/>
                  </a:lnTo>
                  <a:close/>
                </a:path>
              </a:pathLst>
            </a:custGeom>
            <a:solidFill>
              <a:srgbClr val="DBE3E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6309419" y="4160453"/>
              <a:ext cx="73660" cy="23495"/>
            </a:xfrm>
            <a:custGeom>
              <a:avLst/>
              <a:gdLst/>
              <a:ahLst/>
              <a:cxnLst/>
              <a:rect l="l" t="t" r="r" b="b"/>
              <a:pathLst>
                <a:path w="73660" h="23495">
                  <a:moveTo>
                    <a:pt x="0" y="23113"/>
                  </a:moveTo>
                  <a:lnTo>
                    <a:pt x="73151" y="23113"/>
                  </a:lnTo>
                  <a:lnTo>
                    <a:pt x="73151" y="0"/>
                  </a:lnTo>
                  <a:lnTo>
                    <a:pt x="0" y="0"/>
                  </a:lnTo>
                  <a:lnTo>
                    <a:pt x="0" y="23113"/>
                  </a:lnTo>
                  <a:close/>
                </a:path>
              </a:pathLst>
            </a:custGeom>
            <a:solidFill>
              <a:srgbClr val="000000">
                <a:alpha val="348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6309419" y="2834573"/>
              <a:ext cx="73660" cy="1325880"/>
            </a:xfrm>
            <a:custGeom>
              <a:avLst/>
              <a:gdLst/>
              <a:ahLst/>
              <a:cxnLst/>
              <a:rect l="l" t="t" r="r" b="b"/>
              <a:pathLst>
                <a:path w="73660" h="1325879">
                  <a:moveTo>
                    <a:pt x="73151" y="1325879"/>
                  </a:moveTo>
                  <a:lnTo>
                    <a:pt x="0" y="1325879"/>
                  </a:lnTo>
                  <a:lnTo>
                    <a:pt x="0" y="0"/>
                  </a:lnTo>
                  <a:lnTo>
                    <a:pt x="73151" y="0"/>
                  </a:lnTo>
                  <a:lnTo>
                    <a:pt x="73151" y="1325879"/>
                  </a:lnTo>
                  <a:close/>
                </a:path>
              </a:pathLst>
            </a:custGeom>
            <a:solidFill>
              <a:srgbClr val="EF8B2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7" name="object 47"/>
          <p:cNvSpPr txBox="1"/>
          <p:nvPr/>
        </p:nvSpPr>
        <p:spPr>
          <a:xfrm>
            <a:off x="6598411" y="3081458"/>
            <a:ext cx="3750310" cy="826135"/>
          </a:xfrm>
          <a:prstGeom prst="rect">
            <a:avLst/>
          </a:prstGeom>
        </p:spPr>
        <p:txBody>
          <a:bodyPr wrap="square" lIns="0" tIns="565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dirty="0" sz="1700" b="1" i="1">
                <a:solidFill>
                  <a:srgbClr val="092649"/>
                </a:solidFill>
                <a:latin typeface="Arial"/>
                <a:cs typeface="Arial"/>
              </a:rPr>
              <a:t>Digital</a:t>
            </a:r>
            <a:r>
              <a:rPr dirty="0" sz="1700" spc="-55" b="1" i="1">
                <a:solidFill>
                  <a:srgbClr val="092649"/>
                </a:solidFill>
                <a:latin typeface="Arial"/>
                <a:cs typeface="Arial"/>
              </a:rPr>
              <a:t> </a:t>
            </a:r>
            <a:r>
              <a:rPr dirty="0" sz="1700" b="1" i="1">
                <a:solidFill>
                  <a:srgbClr val="092649"/>
                </a:solidFill>
                <a:latin typeface="Arial"/>
                <a:cs typeface="Arial"/>
              </a:rPr>
              <a:t>Payments</a:t>
            </a:r>
            <a:r>
              <a:rPr dirty="0" sz="1700" spc="-50" b="1" i="1">
                <a:solidFill>
                  <a:srgbClr val="092649"/>
                </a:solidFill>
                <a:latin typeface="Arial"/>
                <a:cs typeface="Arial"/>
              </a:rPr>
              <a:t> </a:t>
            </a:r>
            <a:r>
              <a:rPr dirty="0" sz="1700" b="1" i="1">
                <a:solidFill>
                  <a:srgbClr val="092649"/>
                </a:solidFill>
                <a:latin typeface="Arial"/>
                <a:cs typeface="Arial"/>
              </a:rPr>
              <a:t>&amp;</a:t>
            </a:r>
            <a:r>
              <a:rPr dirty="0" sz="1700" spc="-50" b="1" i="1">
                <a:solidFill>
                  <a:srgbClr val="092649"/>
                </a:solidFill>
                <a:latin typeface="Arial"/>
                <a:cs typeface="Arial"/>
              </a:rPr>
              <a:t> </a:t>
            </a:r>
            <a:r>
              <a:rPr dirty="0" sz="1700" spc="-10" b="1" i="1">
                <a:solidFill>
                  <a:srgbClr val="092649"/>
                </a:solidFill>
                <a:latin typeface="Arial"/>
                <a:cs typeface="Arial"/>
              </a:rPr>
              <a:t>Payouts</a:t>
            </a:r>
            <a:endParaRPr sz="1700">
              <a:latin typeface="Arial"/>
              <a:cs typeface="Arial"/>
            </a:endParaRPr>
          </a:p>
          <a:p>
            <a:pPr marL="12700" marR="5080">
              <a:lnSpc>
                <a:spcPct val="116100"/>
              </a:lnSpc>
              <a:spcBef>
                <a:spcPts val="15"/>
              </a:spcBef>
            </a:pPr>
            <a:r>
              <a:rPr dirty="0" sz="1400">
                <a:solidFill>
                  <a:srgbClr val="161D29"/>
                </a:solidFill>
                <a:latin typeface="Arial MT"/>
                <a:cs typeface="Arial MT"/>
              </a:rPr>
              <a:t>Secure</a:t>
            </a:r>
            <a:r>
              <a:rPr dirty="0" sz="1400" spc="-35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61D29"/>
                </a:solidFill>
                <a:latin typeface="Arial MT"/>
                <a:cs typeface="Arial MT"/>
              </a:rPr>
              <a:t>payments,</a:t>
            </a:r>
            <a:r>
              <a:rPr dirty="0" sz="1400" spc="-35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61D29"/>
                </a:solidFill>
                <a:latin typeface="Arial MT"/>
                <a:cs typeface="Arial MT"/>
              </a:rPr>
              <a:t>owner</a:t>
            </a:r>
            <a:r>
              <a:rPr dirty="0" sz="1400" spc="-35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61D29"/>
                </a:solidFill>
                <a:latin typeface="Arial MT"/>
                <a:cs typeface="Arial MT"/>
              </a:rPr>
              <a:t>payouts,</a:t>
            </a:r>
            <a:r>
              <a:rPr dirty="0" sz="1400" spc="-35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61D29"/>
                </a:solidFill>
                <a:latin typeface="Arial MT"/>
                <a:cs typeface="Arial MT"/>
              </a:rPr>
              <a:t>refunds,</a:t>
            </a:r>
            <a:r>
              <a:rPr dirty="0" sz="1400" spc="-35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400" spc="-25">
                <a:solidFill>
                  <a:srgbClr val="161D29"/>
                </a:solidFill>
                <a:latin typeface="Arial MT"/>
                <a:cs typeface="Arial MT"/>
              </a:rPr>
              <a:t>and </a:t>
            </a:r>
            <a:r>
              <a:rPr dirty="0" sz="1400" spc="-10">
                <a:solidFill>
                  <a:srgbClr val="161D29"/>
                </a:solidFill>
                <a:latin typeface="Arial MT"/>
                <a:cs typeface="Arial MT"/>
              </a:rPr>
              <a:t>reconciliation.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681034" y="4430074"/>
            <a:ext cx="5313680" cy="1358900"/>
            <a:chOff x="681034" y="4430074"/>
            <a:chExt cx="5313680" cy="1358900"/>
          </a:xfrm>
        </p:grpSpPr>
        <p:sp>
          <p:nvSpPr>
            <p:cNvPr id="18" name="object 18"/>
            <p:cNvSpPr/>
            <p:nvPr/>
          </p:nvSpPr>
          <p:spPr>
            <a:xfrm>
              <a:off x="681034" y="4453061"/>
              <a:ext cx="5313680" cy="1336040"/>
            </a:xfrm>
            <a:custGeom>
              <a:avLst/>
              <a:gdLst/>
              <a:ahLst/>
              <a:cxnLst/>
              <a:rect l="l" t="t" r="r" b="b"/>
              <a:pathLst>
                <a:path w="5313680" h="1336039">
                  <a:moveTo>
                    <a:pt x="5090537" y="1335531"/>
                  </a:moveTo>
                  <a:lnTo>
                    <a:pt x="222630" y="1335531"/>
                  </a:lnTo>
                  <a:lnTo>
                    <a:pt x="178103" y="1330971"/>
                  </a:lnTo>
                  <a:lnTo>
                    <a:pt x="136473" y="1317908"/>
                  </a:lnTo>
                  <a:lnTo>
                    <a:pt x="98601" y="1297270"/>
                  </a:lnTo>
                  <a:lnTo>
                    <a:pt x="65557" y="1269983"/>
                  </a:lnTo>
                  <a:lnTo>
                    <a:pt x="38255" y="1236976"/>
                  </a:lnTo>
                  <a:lnTo>
                    <a:pt x="17615" y="1199175"/>
                  </a:lnTo>
                  <a:lnTo>
                    <a:pt x="4556" y="1157507"/>
                  </a:lnTo>
                  <a:lnTo>
                    <a:pt x="0" y="1112900"/>
                  </a:lnTo>
                  <a:lnTo>
                    <a:pt x="0" y="222630"/>
                  </a:lnTo>
                  <a:lnTo>
                    <a:pt x="4555" y="177987"/>
                  </a:lnTo>
                  <a:lnTo>
                    <a:pt x="17605" y="136302"/>
                  </a:lnTo>
                  <a:lnTo>
                    <a:pt x="38227" y="98499"/>
                  </a:lnTo>
                  <a:lnTo>
                    <a:pt x="65500" y="65500"/>
                  </a:lnTo>
                  <a:lnTo>
                    <a:pt x="98499" y="38228"/>
                  </a:lnTo>
                  <a:lnTo>
                    <a:pt x="136302" y="17605"/>
                  </a:lnTo>
                  <a:lnTo>
                    <a:pt x="177987" y="4555"/>
                  </a:lnTo>
                  <a:lnTo>
                    <a:pt x="222630" y="0"/>
                  </a:lnTo>
                  <a:lnTo>
                    <a:pt x="5090537" y="0"/>
                  </a:lnTo>
                  <a:lnTo>
                    <a:pt x="5135144" y="4555"/>
                  </a:lnTo>
                  <a:lnTo>
                    <a:pt x="5176812" y="17605"/>
                  </a:lnTo>
                  <a:lnTo>
                    <a:pt x="5214613" y="38228"/>
                  </a:lnTo>
                  <a:lnTo>
                    <a:pt x="5247621" y="65500"/>
                  </a:lnTo>
                  <a:lnTo>
                    <a:pt x="5274907" y="98499"/>
                  </a:lnTo>
                  <a:lnTo>
                    <a:pt x="5295545" y="136302"/>
                  </a:lnTo>
                  <a:lnTo>
                    <a:pt x="5308608" y="177987"/>
                  </a:lnTo>
                  <a:lnTo>
                    <a:pt x="5313168" y="222630"/>
                  </a:lnTo>
                  <a:lnTo>
                    <a:pt x="5313168" y="1112900"/>
                  </a:lnTo>
                  <a:lnTo>
                    <a:pt x="5308613" y="1157507"/>
                  </a:lnTo>
                  <a:lnTo>
                    <a:pt x="5295563" y="1199175"/>
                  </a:lnTo>
                  <a:lnTo>
                    <a:pt x="5274940" y="1236976"/>
                  </a:lnTo>
                  <a:lnTo>
                    <a:pt x="5247668" y="1269983"/>
                  </a:lnTo>
                  <a:lnTo>
                    <a:pt x="5214669" y="1297270"/>
                  </a:lnTo>
                  <a:lnTo>
                    <a:pt x="5176865" y="1317908"/>
                  </a:lnTo>
                  <a:lnTo>
                    <a:pt x="5135181" y="1330971"/>
                  </a:lnTo>
                  <a:lnTo>
                    <a:pt x="5090537" y="1335531"/>
                  </a:lnTo>
                  <a:close/>
                </a:path>
              </a:pathLst>
            </a:custGeom>
            <a:solidFill>
              <a:srgbClr val="000000">
                <a:alpha val="348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685733" y="4434900"/>
              <a:ext cx="5303520" cy="1325880"/>
            </a:xfrm>
            <a:custGeom>
              <a:avLst/>
              <a:gdLst/>
              <a:ahLst/>
              <a:cxnLst/>
              <a:rect l="l" t="t" r="r" b="b"/>
              <a:pathLst>
                <a:path w="5303520" h="1325879">
                  <a:moveTo>
                    <a:pt x="5082537" y="1325879"/>
                  </a:moveTo>
                  <a:lnTo>
                    <a:pt x="221106" y="1325879"/>
                  </a:lnTo>
                  <a:lnTo>
                    <a:pt x="176789" y="1321359"/>
                  </a:lnTo>
                  <a:lnTo>
                    <a:pt x="135411" y="1308407"/>
                  </a:lnTo>
                  <a:lnTo>
                    <a:pt x="97888" y="1287939"/>
                  </a:lnTo>
                  <a:lnTo>
                    <a:pt x="65135" y="1260871"/>
                  </a:lnTo>
                  <a:lnTo>
                    <a:pt x="38067" y="1228118"/>
                  </a:lnTo>
                  <a:lnTo>
                    <a:pt x="17599" y="1190595"/>
                  </a:lnTo>
                  <a:lnTo>
                    <a:pt x="4647" y="1149217"/>
                  </a:lnTo>
                  <a:lnTo>
                    <a:pt x="127" y="1104900"/>
                  </a:lnTo>
                  <a:lnTo>
                    <a:pt x="0" y="220979"/>
                  </a:lnTo>
                  <a:lnTo>
                    <a:pt x="4520" y="176662"/>
                  </a:lnTo>
                  <a:lnTo>
                    <a:pt x="17472" y="135284"/>
                  </a:lnTo>
                  <a:lnTo>
                    <a:pt x="37939" y="97761"/>
                  </a:lnTo>
                  <a:lnTo>
                    <a:pt x="65008" y="65008"/>
                  </a:lnTo>
                  <a:lnTo>
                    <a:pt x="97761" y="37940"/>
                  </a:lnTo>
                  <a:lnTo>
                    <a:pt x="135284" y="17472"/>
                  </a:lnTo>
                  <a:lnTo>
                    <a:pt x="176662" y="4520"/>
                  </a:lnTo>
                  <a:lnTo>
                    <a:pt x="220979" y="0"/>
                  </a:lnTo>
                  <a:lnTo>
                    <a:pt x="5082537" y="0"/>
                  </a:lnTo>
                  <a:lnTo>
                    <a:pt x="5126854" y="4520"/>
                  </a:lnTo>
                  <a:lnTo>
                    <a:pt x="5168232" y="17472"/>
                  </a:lnTo>
                  <a:lnTo>
                    <a:pt x="5205755" y="37940"/>
                  </a:lnTo>
                  <a:lnTo>
                    <a:pt x="5238508" y="65008"/>
                  </a:lnTo>
                  <a:lnTo>
                    <a:pt x="5265576" y="97761"/>
                  </a:lnTo>
                  <a:lnTo>
                    <a:pt x="5286044" y="135284"/>
                  </a:lnTo>
                  <a:lnTo>
                    <a:pt x="5298996" y="176662"/>
                  </a:lnTo>
                  <a:lnTo>
                    <a:pt x="5303517" y="220979"/>
                  </a:lnTo>
                  <a:lnTo>
                    <a:pt x="5303517" y="1104900"/>
                  </a:lnTo>
                  <a:lnTo>
                    <a:pt x="5298996" y="1149217"/>
                  </a:lnTo>
                  <a:lnTo>
                    <a:pt x="5286044" y="1190595"/>
                  </a:lnTo>
                  <a:lnTo>
                    <a:pt x="5265576" y="1228118"/>
                  </a:lnTo>
                  <a:lnTo>
                    <a:pt x="5238508" y="1260871"/>
                  </a:lnTo>
                  <a:lnTo>
                    <a:pt x="5205755" y="1287939"/>
                  </a:lnTo>
                  <a:lnTo>
                    <a:pt x="5168232" y="1308407"/>
                  </a:lnTo>
                  <a:lnTo>
                    <a:pt x="5126854" y="1321359"/>
                  </a:lnTo>
                  <a:lnTo>
                    <a:pt x="5082537" y="1325879"/>
                  </a:lnTo>
                  <a:close/>
                </a:path>
              </a:pathLst>
            </a:custGeom>
            <a:solidFill>
              <a:srgbClr val="F4F7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681034" y="4430074"/>
              <a:ext cx="5313680" cy="1336040"/>
            </a:xfrm>
            <a:custGeom>
              <a:avLst/>
              <a:gdLst/>
              <a:ahLst/>
              <a:cxnLst/>
              <a:rect l="l" t="t" r="r" b="b"/>
              <a:pathLst>
                <a:path w="5313680" h="1336039">
                  <a:moveTo>
                    <a:pt x="5087362" y="1335531"/>
                  </a:moveTo>
                  <a:lnTo>
                    <a:pt x="5087362" y="1330907"/>
                  </a:lnTo>
                  <a:lnTo>
                    <a:pt x="180632" y="1330907"/>
                  </a:lnTo>
                  <a:lnTo>
                    <a:pt x="138408" y="1317662"/>
                  </a:lnTo>
                  <a:lnTo>
                    <a:pt x="100002" y="1296734"/>
                  </a:lnTo>
                  <a:lnTo>
                    <a:pt x="66497" y="1269062"/>
                  </a:lnTo>
                  <a:lnTo>
                    <a:pt x="38817" y="1235587"/>
                  </a:lnTo>
                  <a:lnTo>
                    <a:pt x="17890" y="1197246"/>
                  </a:lnTo>
                  <a:lnTo>
                    <a:pt x="4646" y="1154979"/>
                  </a:lnTo>
                  <a:lnTo>
                    <a:pt x="12" y="1109725"/>
                  </a:lnTo>
                  <a:lnTo>
                    <a:pt x="0" y="225805"/>
                  </a:lnTo>
                  <a:lnTo>
                    <a:pt x="4618" y="180515"/>
                  </a:lnTo>
                  <a:lnTo>
                    <a:pt x="17851" y="138231"/>
                  </a:lnTo>
                  <a:lnTo>
                    <a:pt x="38763" y="99888"/>
                  </a:lnTo>
                  <a:lnTo>
                    <a:pt x="66420" y="66420"/>
                  </a:lnTo>
                  <a:lnTo>
                    <a:pt x="99888" y="38763"/>
                  </a:lnTo>
                  <a:lnTo>
                    <a:pt x="138231" y="17851"/>
                  </a:lnTo>
                  <a:lnTo>
                    <a:pt x="180515" y="4618"/>
                  </a:lnTo>
                  <a:lnTo>
                    <a:pt x="225805" y="0"/>
                  </a:lnTo>
                  <a:lnTo>
                    <a:pt x="225805" y="4618"/>
                  </a:lnTo>
                  <a:lnTo>
                    <a:pt x="5132794" y="4618"/>
                  </a:lnTo>
                  <a:lnTo>
                    <a:pt x="5148288" y="9524"/>
                  </a:lnTo>
                  <a:lnTo>
                    <a:pt x="225805" y="9524"/>
                  </a:lnTo>
                  <a:lnTo>
                    <a:pt x="176476" y="15280"/>
                  </a:lnTo>
                  <a:lnTo>
                    <a:pt x="131054" y="31653"/>
                  </a:lnTo>
                  <a:lnTo>
                    <a:pt x="90881" y="57301"/>
                  </a:lnTo>
                  <a:lnTo>
                    <a:pt x="57300" y="90881"/>
                  </a:lnTo>
                  <a:lnTo>
                    <a:pt x="31653" y="131054"/>
                  </a:lnTo>
                  <a:lnTo>
                    <a:pt x="15280" y="176476"/>
                  </a:lnTo>
                  <a:lnTo>
                    <a:pt x="9524" y="225805"/>
                  </a:lnTo>
                  <a:lnTo>
                    <a:pt x="9524" y="1109725"/>
                  </a:lnTo>
                  <a:lnTo>
                    <a:pt x="15280" y="1159055"/>
                  </a:lnTo>
                  <a:lnTo>
                    <a:pt x="31653" y="1204477"/>
                  </a:lnTo>
                  <a:lnTo>
                    <a:pt x="57300" y="1244649"/>
                  </a:lnTo>
                  <a:lnTo>
                    <a:pt x="90881" y="1278230"/>
                  </a:lnTo>
                  <a:lnTo>
                    <a:pt x="131054" y="1303878"/>
                  </a:lnTo>
                  <a:lnTo>
                    <a:pt x="176476" y="1320250"/>
                  </a:lnTo>
                  <a:lnTo>
                    <a:pt x="225805" y="1326006"/>
                  </a:lnTo>
                  <a:lnTo>
                    <a:pt x="5148299" y="1326006"/>
                  </a:lnTo>
                  <a:lnTo>
                    <a:pt x="5132653" y="1330907"/>
                  </a:lnTo>
                  <a:lnTo>
                    <a:pt x="5087362" y="1335531"/>
                  </a:lnTo>
                  <a:close/>
                </a:path>
                <a:path w="5313680" h="1336039">
                  <a:moveTo>
                    <a:pt x="5087362" y="4618"/>
                  </a:moveTo>
                  <a:lnTo>
                    <a:pt x="225805" y="4618"/>
                  </a:lnTo>
                  <a:lnTo>
                    <a:pt x="225805" y="0"/>
                  </a:lnTo>
                  <a:lnTo>
                    <a:pt x="5087362" y="0"/>
                  </a:lnTo>
                  <a:lnTo>
                    <a:pt x="5087362" y="4618"/>
                  </a:lnTo>
                  <a:close/>
                </a:path>
                <a:path w="5313680" h="1336039">
                  <a:moveTo>
                    <a:pt x="5132616" y="4618"/>
                  </a:moveTo>
                  <a:lnTo>
                    <a:pt x="5087362" y="4618"/>
                  </a:lnTo>
                  <a:lnTo>
                    <a:pt x="5087362" y="0"/>
                  </a:lnTo>
                  <a:lnTo>
                    <a:pt x="5132616" y="4618"/>
                  </a:lnTo>
                  <a:close/>
                </a:path>
                <a:path w="5313680" h="1336039">
                  <a:moveTo>
                    <a:pt x="5148299" y="1326006"/>
                  </a:moveTo>
                  <a:lnTo>
                    <a:pt x="5087362" y="1326006"/>
                  </a:lnTo>
                  <a:lnTo>
                    <a:pt x="5136692" y="1320250"/>
                  </a:lnTo>
                  <a:lnTo>
                    <a:pt x="5182114" y="1303878"/>
                  </a:lnTo>
                  <a:lnTo>
                    <a:pt x="5222286" y="1278230"/>
                  </a:lnTo>
                  <a:lnTo>
                    <a:pt x="5255867" y="1244649"/>
                  </a:lnTo>
                  <a:lnTo>
                    <a:pt x="5281515" y="1204477"/>
                  </a:lnTo>
                  <a:lnTo>
                    <a:pt x="5297888" y="1159055"/>
                  </a:lnTo>
                  <a:lnTo>
                    <a:pt x="5303643" y="1109725"/>
                  </a:lnTo>
                  <a:lnTo>
                    <a:pt x="5303643" y="225805"/>
                  </a:lnTo>
                  <a:lnTo>
                    <a:pt x="5297888" y="176476"/>
                  </a:lnTo>
                  <a:lnTo>
                    <a:pt x="5281515" y="131054"/>
                  </a:lnTo>
                  <a:lnTo>
                    <a:pt x="5255867" y="90881"/>
                  </a:lnTo>
                  <a:lnTo>
                    <a:pt x="5222286" y="57301"/>
                  </a:lnTo>
                  <a:lnTo>
                    <a:pt x="5182114" y="31653"/>
                  </a:lnTo>
                  <a:lnTo>
                    <a:pt x="5136692" y="15280"/>
                  </a:lnTo>
                  <a:lnTo>
                    <a:pt x="5087362" y="9524"/>
                  </a:lnTo>
                  <a:lnTo>
                    <a:pt x="5148288" y="9524"/>
                  </a:lnTo>
                  <a:lnTo>
                    <a:pt x="5213224" y="38763"/>
                  </a:lnTo>
                  <a:lnTo>
                    <a:pt x="5246700" y="66420"/>
                  </a:lnTo>
                  <a:lnTo>
                    <a:pt x="5274371" y="99888"/>
                  </a:lnTo>
                  <a:lnTo>
                    <a:pt x="5295299" y="138231"/>
                  </a:lnTo>
                  <a:lnTo>
                    <a:pt x="5308545" y="180515"/>
                  </a:lnTo>
                  <a:lnTo>
                    <a:pt x="5313168" y="225805"/>
                  </a:lnTo>
                  <a:lnTo>
                    <a:pt x="5313168" y="1109725"/>
                  </a:lnTo>
                  <a:lnTo>
                    <a:pt x="5308550" y="1154979"/>
                  </a:lnTo>
                  <a:lnTo>
                    <a:pt x="5295317" y="1197246"/>
                  </a:lnTo>
                  <a:lnTo>
                    <a:pt x="5274405" y="1235587"/>
                  </a:lnTo>
                  <a:lnTo>
                    <a:pt x="5246747" y="1269062"/>
                  </a:lnTo>
                  <a:lnTo>
                    <a:pt x="5213280" y="1296734"/>
                  </a:lnTo>
                  <a:lnTo>
                    <a:pt x="5174937" y="1317662"/>
                  </a:lnTo>
                  <a:lnTo>
                    <a:pt x="5148299" y="1326006"/>
                  </a:lnTo>
                  <a:close/>
                </a:path>
                <a:path w="5313680" h="1336039">
                  <a:moveTo>
                    <a:pt x="225805" y="1335531"/>
                  </a:moveTo>
                  <a:lnTo>
                    <a:pt x="180871" y="1330907"/>
                  </a:lnTo>
                  <a:lnTo>
                    <a:pt x="225805" y="1330907"/>
                  </a:lnTo>
                  <a:lnTo>
                    <a:pt x="225805" y="1335531"/>
                  </a:lnTo>
                  <a:close/>
                </a:path>
                <a:path w="5313680" h="1336039">
                  <a:moveTo>
                    <a:pt x="5087362" y="1335531"/>
                  </a:moveTo>
                  <a:lnTo>
                    <a:pt x="225805" y="1335531"/>
                  </a:lnTo>
                  <a:lnTo>
                    <a:pt x="225805" y="1330907"/>
                  </a:lnTo>
                  <a:lnTo>
                    <a:pt x="5087362" y="1330907"/>
                  </a:lnTo>
                  <a:lnTo>
                    <a:pt x="5087362" y="1335531"/>
                  </a:lnTo>
                  <a:close/>
                </a:path>
              </a:pathLst>
            </a:custGeom>
            <a:solidFill>
              <a:srgbClr val="DBE3E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685860" y="5760653"/>
              <a:ext cx="73660" cy="23495"/>
            </a:xfrm>
            <a:custGeom>
              <a:avLst/>
              <a:gdLst/>
              <a:ahLst/>
              <a:cxnLst/>
              <a:rect l="l" t="t" r="r" b="b"/>
              <a:pathLst>
                <a:path w="73659" h="23495">
                  <a:moveTo>
                    <a:pt x="0" y="23114"/>
                  </a:moveTo>
                  <a:lnTo>
                    <a:pt x="73151" y="23114"/>
                  </a:lnTo>
                  <a:lnTo>
                    <a:pt x="73151" y="0"/>
                  </a:lnTo>
                  <a:lnTo>
                    <a:pt x="0" y="0"/>
                  </a:lnTo>
                  <a:lnTo>
                    <a:pt x="0" y="23114"/>
                  </a:lnTo>
                  <a:close/>
                </a:path>
              </a:pathLst>
            </a:custGeom>
            <a:solidFill>
              <a:srgbClr val="000000">
                <a:alpha val="348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685860" y="4434773"/>
              <a:ext cx="73660" cy="1325880"/>
            </a:xfrm>
            <a:custGeom>
              <a:avLst/>
              <a:gdLst/>
              <a:ahLst/>
              <a:cxnLst/>
              <a:rect l="l" t="t" r="r" b="b"/>
              <a:pathLst>
                <a:path w="73659" h="1325879">
                  <a:moveTo>
                    <a:pt x="73151" y="1325879"/>
                  </a:moveTo>
                  <a:lnTo>
                    <a:pt x="0" y="1325879"/>
                  </a:lnTo>
                  <a:lnTo>
                    <a:pt x="0" y="0"/>
                  </a:lnTo>
                  <a:lnTo>
                    <a:pt x="73151" y="0"/>
                  </a:lnTo>
                  <a:lnTo>
                    <a:pt x="73151" y="1325879"/>
                  </a:lnTo>
                  <a:close/>
                </a:path>
              </a:pathLst>
            </a:custGeom>
            <a:solidFill>
              <a:srgbClr val="28BED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3" name="object 43"/>
          <p:cNvSpPr txBox="1"/>
          <p:nvPr/>
        </p:nvSpPr>
        <p:spPr>
          <a:xfrm>
            <a:off x="974851" y="4681658"/>
            <a:ext cx="4312920" cy="826135"/>
          </a:xfrm>
          <a:prstGeom prst="rect">
            <a:avLst/>
          </a:prstGeom>
        </p:spPr>
        <p:txBody>
          <a:bodyPr wrap="square" lIns="0" tIns="565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dirty="0" sz="1700" b="1" i="1">
                <a:solidFill>
                  <a:srgbClr val="092649"/>
                </a:solidFill>
                <a:latin typeface="Arial"/>
                <a:cs typeface="Arial"/>
              </a:rPr>
              <a:t>EV</a:t>
            </a:r>
            <a:r>
              <a:rPr dirty="0" sz="1700" spc="-15" b="1" i="1">
                <a:solidFill>
                  <a:srgbClr val="092649"/>
                </a:solidFill>
                <a:latin typeface="Arial"/>
                <a:cs typeface="Arial"/>
              </a:rPr>
              <a:t> </a:t>
            </a:r>
            <a:r>
              <a:rPr dirty="0" sz="1700" b="1" i="1">
                <a:solidFill>
                  <a:srgbClr val="092649"/>
                </a:solidFill>
                <a:latin typeface="Arial"/>
                <a:cs typeface="Arial"/>
              </a:rPr>
              <a:t>&amp;</a:t>
            </a:r>
            <a:r>
              <a:rPr dirty="0" sz="1700" spc="-10" b="1" i="1">
                <a:solidFill>
                  <a:srgbClr val="092649"/>
                </a:solidFill>
                <a:latin typeface="Arial"/>
                <a:cs typeface="Arial"/>
              </a:rPr>
              <a:t> Accessibility Filters</a:t>
            </a:r>
            <a:endParaRPr sz="1700">
              <a:latin typeface="Arial"/>
              <a:cs typeface="Arial"/>
            </a:endParaRPr>
          </a:p>
          <a:p>
            <a:pPr marL="12700" marR="5080">
              <a:lnSpc>
                <a:spcPct val="116100"/>
              </a:lnSpc>
              <a:spcBef>
                <a:spcPts val="15"/>
              </a:spcBef>
            </a:pPr>
            <a:r>
              <a:rPr dirty="0" sz="1400">
                <a:solidFill>
                  <a:srgbClr val="161D29"/>
                </a:solidFill>
                <a:latin typeface="Arial MT"/>
                <a:cs typeface="Arial MT"/>
              </a:rPr>
              <a:t>EV</a:t>
            </a:r>
            <a:r>
              <a:rPr dirty="0" sz="1400" spc="-40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61D29"/>
                </a:solidFill>
                <a:latin typeface="Arial MT"/>
                <a:cs typeface="Arial MT"/>
              </a:rPr>
              <a:t>charging,</a:t>
            </a:r>
            <a:r>
              <a:rPr dirty="0" sz="1400" spc="-35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61D29"/>
                </a:solidFill>
                <a:latin typeface="Arial MT"/>
                <a:cs typeface="Arial MT"/>
              </a:rPr>
              <a:t>accessible</a:t>
            </a:r>
            <a:r>
              <a:rPr dirty="0" sz="1400" spc="-40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61D29"/>
                </a:solidFill>
                <a:latin typeface="Arial MT"/>
                <a:cs typeface="Arial MT"/>
              </a:rPr>
              <a:t>parking,</a:t>
            </a:r>
            <a:r>
              <a:rPr dirty="0" sz="1400" spc="-35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61D29"/>
                </a:solidFill>
                <a:latin typeface="Arial MT"/>
                <a:cs typeface="Arial MT"/>
              </a:rPr>
              <a:t>covered</a:t>
            </a:r>
            <a:r>
              <a:rPr dirty="0" sz="1400" spc="-40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61D29"/>
                </a:solidFill>
                <a:latin typeface="Arial MT"/>
                <a:cs typeface="Arial MT"/>
              </a:rPr>
              <a:t>parking,</a:t>
            </a:r>
            <a:r>
              <a:rPr dirty="0" sz="1400" spc="-35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400" spc="-25">
                <a:solidFill>
                  <a:srgbClr val="161D29"/>
                </a:solidFill>
                <a:latin typeface="Arial MT"/>
                <a:cs typeface="Arial MT"/>
              </a:rPr>
              <a:t>and </a:t>
            </a:r>
            <a:r>
              <a:rPr dirty="0" sz="1400" spc="-10">
                <a:solidFill>
                  <a:srgbClr val="161D29"/>
                </a:solidFill>
                <a:latin typeface="Arial MT"/>
                <a:cs typeface="Arial MT"/>
              </a:rPr>
              <a:t>amenities.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6304593" y="4430074"/>
            <a:ext cx="5313680" cy="1358900"/>
            <a:chOff x="6304593" y="4430074"/>
            <a:chExt cx="5313680" cy="1358900"/>
          </a:xfrm>
        </p:grpSpPr>
        <p:sp>
          <p:nvSpPr>
            <p:cNvPr id="36" name="object 36"/>
            <p:cNvSpPr/>
            <p:nvPr/>
          </p:nvSpPr>
          <p:spPr>
            <a:xfrm>
              <a:off x="6304593" y="4453061"/>
              <a:ext cx="5313680" cy="1336040"/>
            </a:xfrm>
            <a:custGeom>
              <a:avLst/>
              <a:gdLst/>
              <a:ahLst/>
              <a:cxnLst/>
              <a:rect l="l" t="t" r="r" b="b"/>
              <a:pathLst>
                <a:path w="5313680" h="1336039">
                  <a:moveTo>
                    <a:pt x="5090537" y="1335531"/>
                  </a:moveTo>
                  <a:lnTo>
                    <a:pt x="222631" y="1335531"/>
                  </a:lnTo>
                  <a:lnTo>
                    <a:pt x="178104" y="1330971"/>
                  </a:lnTo>
                  <a:lnTo>
                    <a:pt x="136473" y="1317908"/>
                  </a:lnTo>
                  <a:lnTo>
                    <a:pt x="98601" y="1297270"/>
                  </a:lnTo>
                  <a:lnTo>
                    <a:pt x="65558" y="1269983"/>
                  </a:lnTo>
                  <a:lnTo>
                    <a:pt x="38255" y="1236976"/>
                  </a:lnTo>
                  <a:lnTo>
                    <a:pt x="17615" y="1199175"/>
                  </a:lnTo>
                  <a:lnTo>
                    <a:pt x="4556" y="1157507"/>
                  </a:lnTo>
                  <a:lnTo>
                    <a:pt x="0" y="1112900"/>
                  </a:lnTo>
                  <a:lnTo>
                    <a:pt x="0" y="222630"/>
                  </a:lnTo>
                  <a:lnTo>
                    <a:pt x="4555" y="177987"/>
                  </a:lnTo>
                  <a:lnTo>
                    <a:pt x="17605" y="136302"/>
                  </a:lnTo>
                  <a:lnTo>
                    <a:pt x="38228" y="98499"/>
                  </a:lnTo>
                  <a:lnTo>
                    <a:pt x="65500" y="65500"/>
                  </a:lnTo>
                  <a:lnTo>
                    <a:pt x="98499" y="38228"/>
                  </a:lnTo>
                  <a:lnTo>
                    <a:pt x="136303" y="17605"/>
                  </a:lnTo>
                  <a:lnTo>
                    <a:pt x="177987" y="4555"/>
                  </a:lnTo>
                  <a:lnTo>
                    <a:pt x="222631" y="0"/>
                  </a:lnTo>
                  <a:lnTo>
                    <a:pt x="5090537" y="0"/>
                  </a:lnTo>
                  <a:lnTo>
                    <a:pt x="5135144" y="4555"/>
                  </a:lnTo>
                  <a:lnTo>
                    <a:pt x="5176812" y="17605"/>
                  </a:lnTo>
                  <a:lnTo>
                    <a:pt x="5214613" y="38228"/>
                  </a:lnTo>
                  <a:lnTo>
                    <a:pt x="5247620" y="65500"/>
                  </a:lnTo>
                  <a:lnTo>
                    <a:pt x="5274906" y="98499"/>
                  </a:lnTo>
                  <a:lnTo>
                    <a:pt x="5295545" y="136302"/>
                  </a:lnTo>
                  <a:lnTo>
                    <a:pt x="5308607" y="177987"/>
                  </a:lnTo>
                  <a:lnTo>
                    <a:pt x="5313168" y="222630"/>
                  </a:lnTo>
                  <a:lnTo>
                    <a:pt x="5313168" y="1112900"/>
                  </a:lnTo>
                  <a:lnTo>
                    <a:pt x="5308613" y="1157507"/>
                  </a:lnTo>
                  <a:lnTo>
                    <a:pt x="5295562" y="1199175"/>
                  </a:lnTo>
                  <a:lnTo>
                    <a:pt x="5274940" y="1236976"/>
                  </a:lnTo>
                  <a:lnTo>
                    <a:pt x="5247668" y="1269983"/>
                  </a:lnTo>
                  <a:lnTo>
                    <a:pt x="5214669" y="1297270"/>
                  </a:lnTo>
                  <a:lnTo>
                    <a:pt x="5176865" y="1317908"/>
                  </a:lnTo>
                  <a:lnTo>
                    <a:pt x="5135181" y="1330971"/>
                  </a:lnTo>
                  <a:lnTo>
                    <a:pt x="5090537" y="1335531"/>
                  </a:lnTo>
                  <a:close/>
                </a:path>
              </a:pathLst>
            </a:custGeom>
            <a:solidFill>
              <a:srgbClr val="000000">
                <a:alpha val="348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6309419" y="4434900"/>
              <a:ext cx="5303520" cy="1325880"/>
            </a:xfrm>
            <a:custGeom>
              <a:avLst/>
              <a:gdLst/>
              <a:ahLst/>
              <a:cxnLst/>
              <a:rect l="l" t="t" r="r" b="b"/>
              <a:pathLst>
                <a:path w="5303520" h="1325879">
                  <a:moveTo>
                    <a:pt x="5082536" y="1325879"/>
                  </a:moveTo>
                  <a:lnTo>
                    <a:pt x="220979" y="1325879"/>
                  </a:lnTo>
                  <a:lnTo>
                    <a:pt x="176661" y="1321359"/>
                  </a:lnTo>
                  <a:lnTo>
                    <a:pt x="135284" y="1308407"/>
                  </a:lnTo>
                  <a:lnTo>
                    <a:pt x="97761" y="1287939"/>
                  </a:lnTo>
                  <a:lnTo>
                    <a:pt x="65007" y="1260871"/>
                  </a:lnTo>
                  <a:lnTo>
                    <a:pt x="37939" y="1228118"/>
                  </a:lnTo>
                  <a:lnTo>
                    <a:pt x="17472" y="1190595"/>
                  </a:lnTo>
                  <a:lnTo>
                    <a:pt x="4520" y="1149217"/>
                  </a:lnTo>
                  <a:lnTo>
                    <a:pt x="0" y="1104900"/>
                  </a:lnTo>
                  <a:lnTo>
                    <a:pt x="0" y="220979"/>
                  </a:lnTo>
                  <a:lnTo>
                    <a:pt x="4520" y="176662"/>
                  </a:lnTo>
                  <a:lnTo>
                    <a:pt x="17472" y="135284"/>
                  </a:lnTo>
                  <a:lnTo>
                    <a:pt x="37939" y="97761"/>
                  </a:lnTo>
                  <a:lnTo>
                    <a:pt x="65007" y="65008"/>
                  </a:lnTo>
                  <a:lnTo>
                    <a:pt x="97761" y="37940"/>
                  </a:lnTo>
                  <a:lnTo>
                    <a:pt x="135284" y="17472"/>
                  </a:lnTo>
                  <a:lnTo>
                    <a:pt x="176661" y="4520"/>
                  </a:lnTo>
                  <a:lnTo>
                    <a:pt x="220979" y="0"/>
                  </a:lnTo>
                  <a:lnTo>
                    <a:pt x="5082536" y="0"/>
                  </a:lnTo>
                  <a:lnTo>
                    <a:pt x="5126853" y="4520"/>
                  </a:lnTo>
                  <a:lnTo>
                    <a:pt x="5168231" y="17472"/>
                  </a:lnTo>
                  <a:lnTo>
                    <a:pt x="5205754" y="37940"/>
                  </a:lnTo>
                  <a:lnTo>
                    <a:pt x="5238508" y="65008"/>
                  </a:lnTo>
                  <a:lnTo>
                    <a:pt x="5265576" y="97761"/>
                  </a:lnTo>
                  <a:lnTo>
                    <a:pt x="5286043" y="135284"/>
                  </a:lnTo>
                  <a:lnTo>
                    <a:pt x="5298995" y="176662"/>
                  </a:lnTo>
                  <a:lnTo>
                    <a:pt x="5303516" y="220979"/>
                  </a:lnTo>
                  <a:lnTo>
                    <a:pt x="5303516" y="1104900"/>
                  </a:lnTo>
                  <a:lnTo>
                    <a:pt x="5298995" y="1149217"/>
                  </a:lnTo>
                  <a:lnTo>
                    <a:pt x="5286043" y="1190595"/>
                  </a:lnTo>
                  <a:lnTo>
                    <a:pt x="5265576" y="1228118"/>
                  </a:lnTo>
                  <a:lnTo>
                    <a:pt x="5238508" y="1260871"/>
                  </a:lnTo>
                  <a:lnTo>
                    <a:pt x="5205754" y="1287939"/>
                  </a:lnTo>
                  <a:lnTo>
                    <a:pt x="5168231" y="1308407"/>
                  </a:lnTo>
                  <a:lnTo>
                    <a:pt x="5126853" y="1321359"/>
                  </a:lnTo>
                  <a:lnTo>
                    <a:pt x="5082536" y="1325879"/>
                  </a:lnTo>
                  <a:close/>
                </a:path>
              </a:pathLst>
            </a:custGeom>
            <a:solidFill>
              <a:srgbClr val="F4F7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6304593" y="4430074"/>
              <a:ext cx="5313680" cy="1336040"/>
            </a:xfrm>
            <a:custGeom>
              <a:avLst/>
              <a:gdLst/>
              <a:ahLst/>
              <a:cxnLst/>
              <a:rect l="l" t="t" r="r" b="b"/>
              <a:pathLst>
                <a:path w="5313680" h="1336039">
                  <a:moveTo>
                    <a:pt x="5087362" y="1335531"/>
                  </a:moveTo>
                  <a:lnTo>
                    <a:pt x="5087362" y="1330907"/>
                  </a:lnTo>
                  <a:lnTo>
                    <a:pt x="180632" y="1330907"/>
                  </a:lnTo>
                  <a:lnTo>
                    <a:pt x="138408" y="1317662"/>
                  </a:lnTo>
                  <a:lnTo>
                    <a:pt x="100002" y="1296734"/>
                  </a:lnTo>
                  <a:lnTo>
                    <a:pt x="66497" y="1269062"/>
                  </a:lnTo>
                  <a:lnTo>
                    <a:pt x="38817" y="1235587"/>
                  </a:lnTo>
                  <a:lnTo>
                    <a:pt x="17890" y="1197246"/>
                  </a:lnTo>
                  <a:lnTo>
                    <a:pt x="4646" y="1154979"/>
                  </a:lnTo>
                  <a:lnTo>
                    <a:pt x="12" y="1109725"/>
                  </a:lnTo>
                  <a:lnTo>
                    <a:pt x="0" y="225805"/>
                  </a:lnTo>
                  <a:lnTo>
                    <a:pt x="4618" y="180515"/>
                  </a:lnTo>
                  <a:lnTo>
                    <a:pt x="17851" y="138231"/>
                  </a:lnTo>
                  <a:lnTo>
                    <a:pt x="38763" y="99888"/>
                  </a:lnTo>
                  <a:lnTo>
                    <a:pt x="66420" y="66420"/>
                  </a:lnTo>
                  <a:lnTo>
                    <a:pt x="99888" y="38763"/>
                  </a:lnTo>
                  <a:lnTo>
                    <a:pt x="138231" y="17851"/>
                  </a:lnTo>
                  <a:lnTo>
                    <a:pt x="180515" y="4618"/>
                  </a:lnTo>
                  <a:lnTo>
                    <a:pt x="225805" y="0"/>
                  </a:lnTo>
                  <a:lnTo>
                    <a:pt x="225805" y="4618"/>
                  </a:lnTo>
                  <a:lnTo>
                    <a:pt x="5132793" y="4618"/>
                  </a:lnTo>
                  <a:lnTo>
                    <a:pt x="5148287" y="9524"/>
                  </a:lnTo>
                  <a:lnTo>
                    <a:pt x="225805" y="9524"/>
                  </a:lnTo>
                  <a:lnTo>
                    <a:pt x="176476" y="15280"/>
                  </a:lnTo>
                  <a:lnTo>
                    <a:pt x="131054" y="31653"/>
                  </a:lnTo>
                  <a:lnTo>
                    <a:pt x="90881" y="57301"/>
                  </a:lnTo>
                  <a:lnTo>
                    <a:pt x="57301" y="90881"/>
                  </a:lnTo>
                  <a:lnTo>
                    <a:pt x="31653" y="131054"/>
                  </a:lnTo>
                  <a:lnTo>
                    <a:pt x="15280" y="176476"/>
                  </a:lnTo>
                  <a:lnTo>
                    <a:pt x="9524" y="225805"/>
                  </a:lnTo>
                  <a:lnTo>
                    <a:pt x="9524" y="1109725"/>
                  </a:lnTo>
                  <a:lnTo>
                    <a:pt x="15280" y="1159055"/>
                  </a:lnTo>
                  <a:lnTo>
                    <a:pt x="31653" y="1204477"/>
                  </a:lnTo>
                  <a:lnTo>
                    <a:pt x="57301" y="1244649"/>
                  </a:lnTo>
                  <a:lnTo>
                    <a:pt x="90881" y="1278230"/>
                  </a:lnTo>
                  <a:lnTo>
                    <a:pt x="131054" y="1303878"/>
                  </a:lnTo>
                  <a:lnTo>
                    <a:pt x="176476" y="1320250"/>
                  </a:lnTo>
                  <a:lnTo>
                    <a:pt x="225805" y="1326006"/>
                  </a:lnTo>
                  <a:lnTo>
                    <a:pt x="5148299" y="1326006"/>
                  </a:lnTo>
                  <a:lnTo>
                    <a:pt x="5132652" y="1330907"/>
                  </a:lnTo>
                  <a:lnTo>
                    <a:pt x="5087362" y="1335531"/>
                  </a:lnTo>
                  <a:close/>
                </a:path>
                <a:path w="5313680" h="1336039">
                  <a:moveTo>
                    <a:pt x="5087362" y="4618"/>
                  </a:moveTo>
                  <a:lnTo>
                    <a:pt x="225805" y="4618"/>
                  </a:lnTo>
                  <a:lnTo>
                    <a:pt x="225805" y="0"/>
                  </a:lnTo>
                  <a:lnTo>
                    <a:pt x="5087362" y="0"/>
                  </a:lnTo>
                  <a:lnTo>
                    <a:pt x="5087362" y="4618"/>
                  </a:lnTo>
                  <a:close/>
                </a:path>
                <a:path w="5313680" h="1336039">
                  <a:moveTo>
                    <a:pt x="5132616" y="4618"/>
                  </a:moveTo>
                  <a:lnTo>
                    <a:pt x="5087362" y="4618"/>
                  </a:lnTo>
                  <a:lnTo>
                    <a:pt x="5087362" y="0"/>
                  </a:lnTo>
                  <a:lnTo>
                    <a:pt x="5132616" y="4618"/>
                  </a:lnTo>
                  <a:close/>
                </a:path>
                <a:path w="5313680" h="1336039">
                  <a:moveTo>
                    <a:pt x="5148299" y="1326006"/>
                  </a:moveTo>
                  <a:lnTo>
                    <a:pt x="5087362" y="1326006"/>
                  </a:lnTo>
                  <a:lnTo>
                    <a:pt x="5136692" y="1320250"/>
                  </a:lnTo>
                  <a:lnTo>
                    <a:pt x="5182114" y="1303878"/>
                  </a:lnTo>
                  <a:lnTo>
                    <a:pt x="5222286" y="1278230"/>
                  </a:lnTo>
                  <a:lnTo>
                    <a:pt x="5255867" y="1244649"/>
                  </a:lnTo>
                  <a:lnTo>
                    <a:pt x="5281515" y="1204477"/>
                  </a:lnTo>
                  <a:lnTo>
                    <a:pt x="5297888" y="1159055"/>
                  </a:lnTo>
                  <a:lnTo>
                    <a:pt x="5303644" y="1109725"/>
                  </a:lnTo>
                  <a:lnTo>
                    <a:pt x="5303644" y="225805"/>
                  </a:lnTo>
                  <a:lnTo>
                    <a:pt x="5297888" y="176476"/>
                  </a:lnTo>
                  <a:lnTo>
                    <a:pt x="5281515" y="131054"/>
                  </a:lnTo>
                  <a:lnTo>
                    <a:pt x="5255867" y="90881"/>
                  </a:lnTo>
                  <a:lnTo>
                    <a:pt x="5222286" y="57301"/>
                  </a:lnTo>
                  <a:lnTo>
                    <a:pt x="5182114" y="31653"/>
                  </a:lnTo>
                  <a:lnTo>
                    <a:pt x="5136692" y="15280"/>
                  </a:lnTo>
                  <a:lnTo>
                    <a:pt x="5087362" y="9524"/>
                  </a:lnTo>
                  <a:lnTo>
                    <a:pt x="5148287" y="9524"/>
                  </a:lnTo>
                  <a:lnTo>
                    <a:pt x="5213224" y="38763"/>
                  </a:lnTo>
                  <a:lnTo>
                    <a:pt x="5246699" y="66420"/>
                  </a:lnTo>
                  <a:lnTo>
                    <a:pt x="5274371" y="99888"/>
                  </a:lnTo>
                  <a:lnTo>
                    <a:pt x="5295298" y="138231"/>
                  </a:lnTo>
                  <a:lnTo>
                    <a:pt x="5308544" y="180515"/>
                  </a:lnTo>
                  <a:lnTo>
                    <a:pt x="5313168" y="225805"/>
                  </a:lnTo>
                  <a:lnTo>
                    <a:pt x="5313168" y="1109725"/>
                  </a:lnTo>
                  <a:lnTo>
                    <a:pt x="5308549" y="1154979"/>
                  </a:lnTo>
                  <a:lnTo>
                    <a:pt x="5295316" y="1197246"/>
                  </a:lnTo>
                  <a:lnTo>
                    <a:pt x="5274404" y="1235587"/>
                  </a:lnTo>
                  <a:lnTo>
                    <a:pt x="5246747" y="1269062"/>
                  </a:lnTo>
                  <a:lnTo>
                    <a:pt x="5213279" y="1296734"/>
                  </a:lnTo>
                  <a:lnTo>
                    <a:pt x="5174936" y="1317662"/>
                  </a:lnTo>
                  <a:lnTo>
                    <a:pt x="5148299" y="1326006"/>
                  </a:lnTo>
                  <a:close/>
                </a:path>
                <a:path w="5313680" h="1336039">
                  <a:moveTo>
                    <a:pt x="225805" y="1335531"/>
                  </a:moveTo>
                  <a:lnTo>
                    <a:pt x="180871" y="1330907"/>
                  </a:lnTo>
                  <a:lnTo>
                    <a:pt x="225805" y="1330907"/>
                  </a:lnTo>
                  <a:lnTo>
                    <a:pt x="225805" y="1335531"/>
                  </a:lnTo>
                  <a:close/>
                </a:path>
                <a:path w="5313680" h="1336039">
                  <a:moveTo>
                    <a:pt x="5087362" y="1335531"/>
                  </a:moveTo>
                  <a:lnTo>
                    <a:pt x="225805" y="1335531"/>
                  </a:lnTo>
                  <a:lnTo>
                    <a:pt x="225805" y="1330907"/>
                  </a:lnTo>
                  <a:lnTo>
                    <a:pt x="5087362" y="1330907"/>
                  </a:lnTo>
                  <a:lnTo>
                    <a:pt x="5087362" y="1335531"/>
                  </a:lnTo>
                  <a:close/>
                </a:path>
              </a:pathLst>
            </a:custGeom>
            <a:solidFill>
              <a:srgbClr val="DBE3E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6309419" y="5760653"/>
              <a:ext cx="73660" cy="23495"/>
            </a:xfrm>
            <a:custGeom>
              <a:avLst/>
              <a:gdLst/>
              <a:ahLst/>
              <a:cxnLst/>
              <a:rect l="l" t="t" r="r" b="b"/>
              <a:pathLst>
                <a:path w="73660" h="23495">
                  <a:moveTo>
                    <a:pt x="0" y="23114"/>
                  </a:moveTo>
                  <a:lnTo>
                    <a:pt x="73151" y="23114"/>
                  </a:lnTo>
                  <a:lnTo>
                    <a:pt x="73151" y="0"/>
                  </a:lnTo>
                  <a:lnTo>
                    <a:pt x="0" y="0"/>
                  </a:lnTo>
                  <a:lnTo>
                    <a:pt x="0" y="23114"/>
                  </a:lnTo>
                  <a:close/>
                </a:path>
              </a:pathLst>
            </a:custGeom>
            <a:solidFill>
              <a:srgbClr val="000000">
                <a:alpha val="348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6309419" y="4434773"/>
              <a:ext cx="73660" cy="1325880"/>
            </a:xfrm>
            <a:custGeom>
              <a:avLst/>
              <a:gdLst/>
              <a:ahLst/>
              <a:cxnLst/>
              <a:rect l="l" t="t" r="r" b="b"/>
              <a:pathLst>
                <a:path w="73660" h="1325879">
                  <a:moveTo>
                    <a:pt x="73151" y="1325879"/>
                  </a:moveTo>
                  <a:lnTo>
                    <a:pt x="0" y="1325879"/>
                  </a:lnTo>
                  <a:lnTo>
                    <a:pt x="0" y="0"/>
                  </a:lnTo>
                  <a:lnTo>
                    <a:pt x="73151" y="0"/>
                  </a:lnTo>
                  <a:lnTo>
                    <a:pt x="73151" y="1325879"/>
                  </a:lnTo>
                  <a:close/>
                </a:path>
              </a:pathLst>
            </a:custGeom>
            <a:solidFill>
              <a:srgbClr val="D0374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6" name="object 46"/>
          <p:cNvSpPr txBox="1"/>
          <p:nvPr/>
        </p:nvSpPr>
        <p:spPr>
          <a:xfrm>
            <a:off x="6598411" y="4681658"/>
            <a:ext cx="4521200" cy="578485"/>
          </a:xfrm>
          <a:prstGeom prst="rect">
            <a:avLst/>
          </a:prstGeom>
        </p:spPr>
        <p:txBody>
          <a:bodyPr wrap="square" lIns="0" tIns="565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dirty="0" sz="1700" b="1" i="1">
                <a:solidFill>
                  <a:srgbClr val="092649"/>
                </a:solidFill>
                <a:latin typeface="Arial"/>
                <a:cs typeface="Arial"/>
              </a:rPr>
              <a:t>Multilingual</a:t>
            </a:r>
            <a:r>
              <a:rPr dirty="0" sz="1700" spc="-50" b="1" i="1">
                <a:solidFill>
                  <a:srgbClr val="092649"/>
                </a:solidFill>
                <a:latin typeface="Arial"/>
                <a:cs typeface="Arial"/>
              </a:rPr>
              <a:t> </a:t>
            </a:r>
            <a:r>
              <a:rPr dirty="0" sz="1700" b="1" i="1">
                <a:solidFill>
                  <a:srgbClr val="092649"/>
                </a:solidFill>
                <a:latin typeface="Arial"/>
                <a:cs typeface="Arial"/>
              </a:rPr>
              <a:t>AI</a:t>
            </a:r>
            <a:r>
              <a:rPr dirty="0" sz="1700" spc="-55" b="1" i="1">
                <a:solidFill>
                  <a:srgbClr val="092649"/>
                </a:solidFill>
                <a:latin typeface="Arial"/>
                <a:cs typeface="Arial"/>
              </a:rPr>
              <a:t> </a:t>
            </a:r>
            <a:r>
              <a:rPr dirty="0" sz="1700" spc="-10" b="1" i="1">
                <a:solidFill>
                  <a:srgbClr val="092649"/>
                </a:solidFill>
                <a:latin typeface="Arial"/>
                <a:cs typeface="Arial"/>
              </a:rPr>
              <a:t>Assistant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dirty="0" sz="1400">
                <a:solidFill>
                  <a:srgbClr val="161D29"/>
                </a:solidFill>
                <a:latin typeface="Arial MT"/>
                <a:cs typeface="Arial MT"/>
              </a:rPr>
              <a:t>Conversational</a:t>
            </a:r>
            <a:r>
              <a:rPr dirty="0" sz="1400" spc="-45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61D29"/>
                </a:solidFill>
                <a:latin typeface="Arial MT"/>
                <a:cs typeface="Arial MT"/>
              </a:rPr>
              <a:t>parking</a:t>
            </a:r>
            <a:r>
              <a:rPr dirty="0" sz="1400" spc="-40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61D29"/>
                </a:solidFill>
                <a:latin typeface="Arial MT"/>
                <a:cs typeface="Arial MT"/>
              </a:rPr>
              <a:t>assistance</a:t>
            </a:r>
            <a:r>
              <a:rPr dirty="0" sz="1400" spc="-45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61D29"/>
                </a:solidFill>
                <a:latin typeface="Arial MT"/>
                <a:cs typeface="Arial MT"/>
              </a:rPr>
              <a:t>in</a:t>
            </a:r>
            <a:r>
              <a:rPr dirty="0" sz="1400" spc="-40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61D29"/>
                </a:solidFill>
                <a:latin typeface="Arial MT"/>
                <a:cs typeface="Arial MT"/>
              </a:rPr>
              <a:t>regional</a:t>
            </a:r>
            <a:r>
              <a:rPr dirty="0" sz="1400" spc="-45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1400" spc="-10">
                <a:solidFill>
                  <a:srgbClr val="161D29"/>
                </a:solidFill>
                <a:latin typeface="Arial MT"/>
                <a:cs typeface="Arial MT"/>
              </a:rPr>
              <a:t>languages.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49" name="object 4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9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/>
              <a:t>ParkShare •</a:t>
            </a:r>
            <a:r>
              <a:rPr dirty="0" spc="495"/>
              <a:t> </a:t>
            </a:r>
            <a:r>
              <a:rPr dirty="0"/>
              <a:t>IBM University </a:t>
            </a:r>
            <a:r>
              <a:rPr dirty="0" spc="-10"/>
              <a:t>Engagement</a:t>
            </a:r>
          </a:p>
        </p:txBody>
      </p:sp>
      <p:sp>
        <p:nvSpPr>
          <p:cNvPr id="48" name="object 4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90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94359" y="937402"/>
            <a:ext cx="1097280" cy="62230"/>
            <a:chOff x="594359" y="937402"/>
            <a:chExt cx="1097280" cy="62230"/>
          </a:xfrm>
        </p:grpSpPr>
        <p:sp>
          <p:nvSpPr>
            <p:cNvPr id="3" name="object 3"/>
            <p:cNvSpPr/>
            <p:nvPr/>
          </p:nvSpPr>
          <p:spPr>
            <a:xfrm>
              <a:off x="594359" y="937402"/>
              <a:ext cx="1005840" cy="55244"/>
            </a:xfrm>
            <a:custGeom>
              <a:avLst/>
              <a:gdLst/>
              <a:ahLst/>
              <a:cxnLst/>
              <a:rect l="l" t="t" r="r" b="b"/>
              <a:pathLst>
                <a:path w="1005840" h="55244">
                  <a:moveTo>
                    <a:pt x="1005768" y="54863"/>
                  </a:moveTo>
                  <a:lnTo>
                    <a:pt x="0" y="54863"/>
                  </a:lnTo>
                  <a:lnTo>
                    <a:pt x="0" y="0"/>
                  </a:lnTo>
                  <a:lnTo>
                    <a:pt x="1005768" y="0"/>
                  </a:lnTo>
                  <a:lnTo>
                    <a:pt x="1005768" y="54863"/>
                  </a:lnTo>
                  <a:close/>
                </a:path>
              </a:pathLst>
            </a:custGeom>
            <a:solidFill>
              <a:srgbClr val="000000">
                <a:alpha val="348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685799" y="944184"/>
              <a:ext cx="1005840" cy="55244"/>
            </a:xfrm>
            <a:custGeom>
              <a:avLst/>
              <a:gdLst/>
              <a:ahLst/>
              <a:cxnLst/>
              <a:rect l="l" t="t" r="r" b="b"/>
              <a:pathLst>
                <a:path w="1005839" h="55244">
                  <a:moveTo>
                    <a:pt x="1005768" y="54863"/>
                  </a:moveTo>
                  <a:lnTo>
                    <a:pt x="0" y="54863"/>
                  </a:lnTo>
                  <a:lnTo>
                    <a:pt x="0" y="0"/>
                  </a:lnTo>
                  <a:lnTo>
                    <a:pt x="1005768" y="0"/>
                  </a:lnTo>
                  <a:lnTo>
                    <a:pt x="1005768" y="54863"/>
                  </a:lnTo>
                  <a:close/>
                </a:path>
              </a:pathLst>
            </a:custGeom>
            <a:solidFill>
              <a:srgbClr val="0E61F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$PPTXTitle"/>
          <p:cNvSpPr txBox="1"/>
          <p:nvPr/>
        </p:nvSpPr>
        <p:spPr>
          <a:xfrm>
            <a:off x="673099" y="547338"/>
            <a:ext cx="296989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10" b="1" i="1">
                <a:solidFill>
                  <a:srgbClr val="092649"/>
                </a:solidFill>
                <a:latin typeface="Arial"/>
                <a:cs typeface="Arial"/>
              </a:rPr>
              <a:t>CertificateEarned</a:t>
            </a:r>
            <a:endParaRPr sz="2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881779" y="938101"/>
            <a:ext cx="748665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10">
                <a:solidFill>
                  <a:srgbClr val="667386"/>
                </a:solidFill>
                <a:latin typeface="Arial MT"/>
                <a:cs typeface="Arial MT"/>
              </a:rPr>
              <a:t>IBMSkillsBuild/Credly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219984" y="1158241"/>
            <a:ext cx="5241925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b="1" i="1">
                <a:solidFill>
                  <a:srgbClr val="092649"/>
                </a:solidFill>
                <a:latin typeface="Arial"/>
                <a:cs typeface="Arial"/>
              </a:rPr>
              <a:t>Getting</a:t>
            </a:r>
            <a:r>
              <a:rPr dirty="0" sz="2100" spc="-30" b="1" i="1">
                <a:solidFill>
                  <a:srgbClr val="092649"/>
                </a:solidFill>
                <a:latin typeface="Arial"/>
                <a:cs typeface="Arial"/>
              </a:rPr>
              <a:t> </a:t>
            </a:r>
            <a:r>
              <a:rPr dirty="0" sz="2100" b="1" i="1">
                <a:solidFill>
                  <a:srgbClr val="092649"/>
                </a:solidFill>
                <a:latin typeface="Arial"/>
                <a:cs typeface="Arial"/>
              </a:rPr>
              <a:t>Started</a:t>
            </a:r>
            <a:r>
              <a:rPr dirty="0" sz="2100" spc="-30" b="1" i="1">
                <a:solidFill>
                  <a:srgbClr val="092649"/>
                </a:solidFill>
                <a:latin typeface="Arial"/>
                <a:cs typeface="Arial"/>
              </a:rPr>
              <a:t> </a:t>
            </a:r>
            <a:r>
              <a:rPr dirty="0" sz="2100" b="1" i="1">
                <a:solidFill>
                  <a:srgbClr val="092649"/>
                </a:solidFill>
                <a:latin typeface="Arial"/>
                <a:cs typeface="Arial"/>
              </a:rPr>
              <a:t>with</a:t>
            </a:r>
            <a:r>
              <a:rPr dirty="0" sz="2100" spc="-30" b="1" i="1">
                <a:solidFill>
                  <a:srgbClr val="092649"/>
                </a:solidFill>
                <a:latin typeface="Arial"/>
                <a:cs typeface="Arial"/>
              </a:rPr>
              <a:t> </a:t>
            </a:r>
            <a:r>
              <a:rPr dirty="0" sz="2100" b="1" i="1">
                <a:solidFill>
                  <a:srgbClr val="092649"/>
                </a:solidFill>
                <a:latin typeface="Arial"/>
                <a:cs typeface="Arial"/>
              </a:rPr>
              <a:t>Artificial</a:t>
            </a:r>
            <a:r>
              <a:rPr dirty="0" sz="2100" spc="-30" b="1" i="1">
                <a:solidFill>
                  <a:srgbClr val="092649"/>
                </a:solidFill>
                <a:latin typeface="Arial"/>
                <a:cs typeface="Arial"/>
              </a:rPr>
              <a:t> </a:t>
            </a:r>
            <a:r>
              <a:rPr dirty="0" sz="2100" spc="-10" b="1" i="1">
                <a:solidFill>
                  <a:srgbClr val="092649"/>
                </a:solidFill>
                <a:latin typeface="Arial"/>
                <a:cs typeface="Arial"/>
              </a:rPr>
              <a:t>Intelligence</a:t>
            </a:r>
            <a:endParaRPr sz="21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92469" y="1691639"/>
            <a:ext cx="5800344" cy="4478956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9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/>
              <a:t>ParkShare •</a:t>
            </a:r>
            <a:r>
              <a:rPr dirty="0" spc="495"/>
              <a:t> </a:t>
            </a:r>
            <a:r>
              <a:rPr dirty="0"/>
              <a:t>IBM University </a:t>
            </a:r>
            <a:r>
              <a:rPr dirty="0" spc="-10"/>
              <a:t>Engagement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90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94359" y="914400"/>
            <a:ext cx="1005840" cy="78105"/>
            <a:chOff x="594359" y="914400"/>
            <a:chExt cx="1005840" cy="78105"/>
          </a:xfrm>
        </p:grpSpPr>
        <p:sp>
          <p:nvSpPr>
            <p:cNvPr id="3" name="object 3"/>
            <p:cNvSpPr/>
            <p:nvPr/>
          </p:nvSpPr>
          <p:spPr>
            <a:xfrm>
              <a:off x="594359" y="969263"/>
              <a:ext cx="1005840" cy="23495"/>
            </a:xfrm>
            <a:custGeom>
              <a:avLst/>
              <a:gdLst/>
              <a:ahLst/>
              <a:cxnLst/>
              <a:rect l="l" t="t" r="r" b="b"/>
              <a:pathLst>
                <a:path w="1005840" h="23494">
                  <a:moveTo>
                    <a:pt x="0" y="23002"/>
                  </a:moveTo>
                  <a:lnTo>
                    <a:pt x="1005768" y="23002"/>
                  </a:lnTo>
                  <a:lnTo>
                    <a:pt x="1005768" y="0"/>
                  </a:lnTo>
                  <a:lnTo>
                    <a:pt x="0" y="0"/>
                  </a:lnTo>
                  <a:lnTo>
                    <a:pt x="0" y="23002"/>
                  </a:lnTo>
                  <a:close/>
                </a:path>
              </a:pathLst>
            </a:custGeom>
            <a:solidFill>
              <a:srgbClr val="000000">
                <a:alpha val="348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594359" y="914400"/>
              <a:ext cx="1005840" cy="55244"/>
            </a:xfrm>
            <a:custGeom>
              <a:avLst/>
              <a:gdLst/>
              <a:ahLst/>
              <a:cxnLst/>
              <a:rect l="l" t="t" r="r" b="b"/>
              <a:pathLst>
                <a:path w="1005840" h="55244">
                  <a:moveTo>
                    <a:pt x="1005768" y="54863"/>
                  </a:moveTo>
                  <a:lnTo>
                    <a:pt x="0" y="54863"/>
                  </a:lnTo>
                  <a:lnTo>
                    <a:pt x="0" y="0"/>
                  </a:lnTo>
                  <a:lnTo>
                    <a:pt x="1005768" y="0"/>
                  </a:lnTo>
                  <a:lnTo>
                    <a:pt x="1005768" y="54863"/>
                  </a:lnTo>
                  <a:close/>
                </a:path>
              </a:pathLst>
            </a:custGeom>
            <a:solidFill>
              <a:srgbClr val="0E61F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$PPTXTitle"/>
          <p:cNvSpPr txBox="1"/>
          <p:nvPr/>
        </p:nvSpPr>
        <p:spPr>
          <a:xfrm>
            <a:off x="673099" y="547338"/>
            <a:ext cx="296989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10" b="1" i="1">
                <a:solidFill>
                  <a:srgbClr val="092649"/>
                </a:solidFill>
                <a:latin typeface="Arial"/>
                <a:cs typeface="Arial"/>
              </a:rPr>
              <a:t>CertificateEarned</a:t>
            </a:r>
            <a:endParaRPr sz="2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861819" y="918127"/>
            <a:ext cx="507365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10">
                <a:solidFill>
                  <a:srgbClr val="667386"/>
                </a:solidFill>
                <a:latin typeface="Arial MT"/>
                <a:cs typeface="Arial MT"/>
              </a:rPr>
              <a:t>IBMSkillsBuild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201434" y="1291891"/>
            <a:ext cx="5770880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b="1" i="1">
                <a:solidFill>
                  <a:srgbClr val="092649"/>
                </a:solidFill>
                <a:latin typeface="Arial"/>
                <a:cs typeface="Arial"/>
              </a:rPr>
              <a:t>Lab:</a:t>
            </a:r>
            <a:r>
              <a:rPr dirty="0" sz="2100" spc="-45" b="1" i="1">
                <a:solidFill>
                  <a:srgbClr val="092649"/>
                </a:solidFill>
                <a:latin typeface="Arial"/>
                <a:cs typeface="Arial"/>
              </a:rPr>
              <a:t> </a:t>
            </a:r>
            <a:r>
              <a:rPr dirty="0" sz="2100" b="1" i="1">
                <a:solidFill>
                  <a:srgbClr val="092649"/>
                </a:solidFill>
                <a:latin typeface="Arial"/>
                <a:cs typeface="Arial"/>
              </a:rPr>
              <a:t>Troubleshoot</a:t>
            </a:r>
            <a:r>
              <a:rPr dirty="0" sz="2100" spc="-35" b="1" i="1">
                <a:solidFill>
                  <a:srgbClr val="092649"/>
                </a:solidFill>
                <a:latin typeface="Arial"/>
                <a:cs typeface="Arial"/>
              </a:rPr>
              <a:t> </a:t>
            </a:r>
            <a:r>
              <a:rPr dirty="0" sz="2100" b="1" i="1">
                <a:solidFill>
                  <a:srgbClr val="092649"/>
                </a:solidFill>
                <a:latin typeface="Arial"/>
                <a:cs typeface="Arial"/>
              </a:rPr>
              <a:t>Your</a:t>
            </a:r>
            <a:r>
              <a:rPr dirty="0" sz="2100" spc="-35" b="1" i="1">
                <a:solidFill>
                  <a:srgbClr val="092649"/>
                </a:solidFill>
                <a:latin typeface="Arial"/>
                <a:cs typeface="Arial"/>
              </a:rPr>
              <a:t> </a:t>
            </a:r>
            <a:r>
              <a:rPr dirty="0" sz="2100" b="1" i="1">
                <a:solidFill>
                  <a:srgbClr val="092649"/>
                </a:solidFill>
                <a:latin typeface="Arial"/>
                <a:cs typeface="Arial"/>
              </a:rPr>
              <a:t>Code</a:t>
            </a:r>
            <a:r>
              <a:rPr dirty="0" sz="2100" spc="-35" b="1" i="1">
                <a:solidFill>
                  <a:srgbClr val="092649"/>
                </a:solidFill>
                <a:latin typeface="Arial"/>
                <a:cs typeface="Arial"/>
              </a:rPr>
              <a:t> </a:t>
            </a:r>
            <a:r>
              <a:rPr dirty="0" sz="2100" b="1" i="1">
                <a:solidFill>
                  <a:srgbClr val="092649"/>
                </a:solidFill>
                <a:latin typeface="Arial"/>
                <a:cs typeface="Arial"/>
              </a:rPr>
              <a:t>Using</a:t>
            </a:r>
            <a:r>
              <a:rPr dirty="0" sz="2100" spc="-40" b="1" i="1">
                <a:solidFill>
                  <a:srgbClr val="092649"/>
                </a:solidFill>
                <a:latin typeface="Arial"/>
                <a:cs typeface="Arial"/>
              </a:rPr>
              <a:t> </a:t>
            </a:r>
            <a:r>
              <a:rPr dirty="0" sz="2100" b="1" i="1">
                <a:solidFill>
                  <a:srgbClr val="092649"/>
                </a:solidFill>
                <a:latin typeface="Arial"/>
                <a:cs typeface="Arial"/>
              </a:rPr>
              <a:t>IBM</a:t>
            </a:r>
            <a:r>
              <a:rPr dirty="0" sz="2100" spc="-35" b="1" i="1">
                <a:solidFill>
                  <a:srgbClr val="092649"/>
                </a:solidFill>
                <a:latin typeface="Arial"/>
                <a:cs typeface="Arial"/>
              </a:rPr>
              <a:t> </a:t>
            </a:r>
            <a:r>
              <a:rPr dirty="0" sz="2100" spc="-25" b="1" i="1">
                <a:solidFill>
                  <a:srgbClr val="092649"/>
                </a:solidFill>
                <a:latin typeface="Arial"/>
                <a:cs typeface="Arial"/>
              </a:rPr>
              <a:t>Bob</a:t>
            </a:r>
            <a:endParaRPr sz="21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74975" y="1664207"/>
            <a:ext cx="7211567" cy="4433496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9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/>
              <a:t>ParkShare •</a:t>
            </a:r>
            <a:r>
              <a:rPr dirty="0" spc="495"/>
              <a:t> </a:t>
            </a:r>
            <a:r>
              <a:rPr dirty="0"/>
              <a:t>IBM University </a:t>
            </a:r>
            <a:r>
              <a:rPr dirty="0" spc="-10"/>
              <a:t>Engagement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90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405000" y="2180294"/>
            <a:ext cx="3498215" cy="726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600"/>
              <a:t>THANK</a:t>
            </a:r>
            <a:r>
              <a:rPr dirty="0" sz="4600" spc="-185"/>
              <a:t> </a:t>
            </a:r>
            <a:r>
              <a:rPr dirty="0" sz="4600" spc="-25"/>
              <a:t>YOU</a:t>
            </a:r>
            <a:endParaRPr sz="4600"/>
          </a:p>
        </p:txBody>
      </p:sp>
      <p:sp>
        <p:nvSpPr>
          <p:cNvPr id="3" name="object 3"/>
          <p:cNvSpPr txBox="1"/>
          <p:nvPr/>
        </p:nvSpPr>
        <p:spPr>
          <a:xfrm>
            <a:off x="2450143" y="2902051"/>
            <a:ext cx="7407909" cy="891540"/>
          </a:xfrm>
          <a:prstGeom prst="rect">
            <a:avLst/>
          </a:prstGeom>
        </p:spPr>
        <p:txBody>
          <a:bodyPr wrap="square" lIns="0" tIns="9080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715"/>
              </a:spcBef>
            </a:pPr>
            <a:r>
              <a:rPr dirty="0" sz="2800" spc="-10" b="1" i="1">
                <a:solidFill>
                  <a:srgbClr val="0E61FE"/>
                </a:solidFill>
                <a:latin typeface="Arial"/>
                <a:cs typeface="Arial"/>
              </a:rPr>
              <a:t>ParkShare</a:t>
            </a:r>
            <a:endParaRPr sz="2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440"/>
              </a:spcBef>
            </a:pPr>
            <a:r>
              <a:rPr dirty="0" sz="2000">
                <a:solidFill>
                  <a:srgbClr val="161D29"/>
                </a:solidFill>
                <a:latin typeface="Arial MT"/>
                <a:cs typeface="Arial MT"/>
              </a:rPr>
              <a:t>Smarter</a:t>
            </a:r>
            <a:r>
              <a:rPr dirty="0" sz="2000" spc="-65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161D29"/>
                </a:solidFill>
                <a:latin typeface="Arial MT"/>
                <a:cs typeface="Arial MT"/>
              </a:rPr>
              <a:t>parking</a:t>
            </a:r>
            <a:r>
              <a:rPr dirty="0" sz="2000" spc="-60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161D29"/>
                </a:solidFill>
                <a:latin typeface="Arial MT"/>
                <a:cs typeface="Arial MT"/>
              </a:rPr>
              <a:t>through</a:t>
            </a:r>
            <a:r>
              <a:rPr dirty="0" sz="2000" spc="-60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161D29"/>
                </a:solidFill>
                <a:latin typeface="Arial MT"/>
                <a:cs typeface="Arial MT"/>
              </a:rPr>
              <a:t>trusted</a:t>
            </a:r>
            <a:r>
              <a:rPr dirty="0" sz="2000" spc="-60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161D29"/>
                </a:solidFill>
                <a:latin typeface="Arial MT"/>
                <a:cs typeface="Arial MT"/>
              </a:rPr>
              <a:t>data</a:t>
            </a:r>
            <a:r>
              <a:rPr dirty="0" sz="2000" spc="-65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161D29"/>
                </a:solidFill>
                <a:latin typeface="Arial MT"/>
                <a:cs typeface="Arial MT"/>
              </a:rPr>
              <a:t>and</a:t>
            </a:r>
            <a:r>
              <a:rPr dirty="0" sz="2000" spc="-60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161D29"/>
                </a:solidFill>
                <a:latin typeface="Arial MT"/>
                <a:cs typeface="Arial MT"/>
              </a:rPr>
              <a:t>controlled</a:t>
            </a:r>
            <a:r>
              <a:rPr dirty="0" sz="2000" spc="-60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161D29"/>
                </a:solidFill>
                <a:latin typeface="Arial MT"/>
                <a:cs typeface="Arial MT"/>
              </a:rPr>
              <a:t>AI</a:t>
            </a:r>
            <a:r>
              <a:rPr dirty="0" sz="2000" spc="-65">
                <a:solidFill>
                  <a:srgbClr val="161D29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161D29"/>
                </a:solidFill>
                <a:latin typeface="Arial MT"/>
                <a:cs typeface="Arial MT"/>
              </a:rPr>
              <a:t>reasoning.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614597" y="4623469"/>
            <a:ext cx="290449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10" b="1" i="1">
                <a:solidFill>
                  <a:srgbClr val="092649"/>
                </a:solidFill>
                <a:latin typeface="Arial"/>
                <a:cs typeface="Arial"/>
              </a:rPr>
              <a:t>Satyanarayana</a:t>
            </a:r>
            <a:r>
              <a:rPr dirty="0" sz="1700" spc="-25" b="1" i="1">
                <a:solidFill>
                  <a:srgbClr val="092649"/>
                </a:solidFill>
                <a:latin typeface="Arial"/>
                <a:cs typeface="Arial"/>
              </a:rPr>
              <a:t> </a:t>
            </a:r>
            <a:r>
              <a:rPr dirty="0" sz="1700" spc="-10" b="1" i="1">
                <a:solidFill>
                  <a:srgbClr val="092649"/>
                </a:solidFill>
                <a:latin typeface="Arial"/>
                <a:cs typeface="Arial"/>
              </a:rPr>
              <a:t>Annamneedi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Siddu</dc:creator>
  <cp:keywords>DAHPJlmQbj0,BAG-9aQNMXw</cp:keywords>
  <dc:title>ParkShare_IBM_Project_Submission_Final.pdf</dc:title>
  <dcterms:created xsi:type="dcterms:W3CDTF">2026-07-12T07:12:41Z</dcterms:created>
  <dcterms:modified xsi:type="dcterms:W3CDTF">2026-07-12T07:12:41Z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v10.0.20070.1</vt:lpwstr>
  </property>
  <property fmtid="{D5CDD505-2E9C-101B-9397-08002B2CF9AE}" pid="3" name="Created">
    <vt:filetime>2026-07-12T00:00:00Z</vt:filetime>
  </property>
  <property fmtid="{D5CDD505-2E9C-101B-9397-08002B2CF9AE}" pid="4" name="Creator">
    <vt:lpwstr>Canva</vt:lpwstr>
  </property>
  <property fmtid="{D5CDD505-2E9C-101B-9397-08002B2CF9AE}" pid="5" name="LastSaved">
    <vt:filetime>2026-07-12T00:00:00Z</vt:filetime>
  </property>
  <property fmtid="{D5CDD505-2E9C-101B-9397-08002B2CF9AE}" pid="6" name="Producer">
    <vt:lpwstr>Canva</vt:lpwstr>
  </property>
</Properties>
</file>